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4"/>
  </p:sldMasterIdLst>
  <p:notesMasterIdLst>
    <p:notesMasterId r:id="rId26"/>
  </p:notesMasterIdLst>
  <p:handoutMasterIdLst>
    <p:handoutMasterId r:id="rId27"/>
  </p:handoutMasterIdLst>
  <p:sldIdLst>
    <p:sldId id="471" r:id="rId5"/>
    <p:sldId id="558" r:id="rId6"/>
    <p:sldId id="541" r:id="rId7"/>
    <p:sldId id="559" r:id="rId8"/>
    <p:sldId id="404" r:id="rId9"/>
    <p:sldId id="560" r:id="rId10"/>
    <p:sldId id="552" r:id="rId11"/>
    <p:sldId id="555" r:id="rId12"/>
    <p:sldId id="556" r:id="rId13"/>
    <p:sldId id="550" r:id="rId14"/>
    <p:sldId id="557" r:id="rId15"/>
    <p:sldId id="554" r:id="rId16"/>
    <p:sldId id="553" r:id="rId17"/>
    <p:sldId id="544" r:id="rId18"/>
    <p:sldId id="548" r:id="rId19"/>
    <p:sldId id="545" r:id="rId20"/>
    <p:sldId id="547" r:id="rId21"/>
    <p:sldId id="546" r:id="rId22"/>
    <p:sldId id="549" r:id="rId23"/>
    <p:sldId id="542" r:id="rId24"/>
    <p:sldId id="543" r:id="rId25"/>
  </p:sldIdLst>
  <p:sldSz cx="17556163" cy="9875838"/>
  <p:notesSz cx="6858000" cy="9144000"/>
  <p:embeddedFontLst>
    <p:embeddedFont>
      <p:font typeface="Open Sans Light" panose="020B0306030504020204" pitchFamily="34" charset="0"/>
      <p:regular r:id="rId28"/>
      <p:italic r:id="rId29"/>
    </p:embeddedFont>
    <p:embeddedFont>
      <p:font typeface="Poppins" panose="00000500000000000000" pitchFamily="2" charset="0"/>
      <p:regular r:id="rId30"/>
      <p:bold r:id="rId31"/>
      <p:italic r:id="rId32"/>
      <p:boldItalic r:id="rId33"/>
    </p:embeddedFont>
    <p:embeddedFont>
      <p:font typeface="Poppins Light" panose="00000400000000000000" pitchFamily="2" charset="0"/>
      <p:regular r:id="rId34"/>
      <p:italic r:id="rId35"/>
    </p:embeddedFont>
    <p:embeddedFont>
      <p:font typeface="Poppins Medium" panose="00000600000000000000" pitchFamily="2" charset="0"/>
      <p:regular r:id="rId36"/>
      <p:italic r:id="rId37"/>
    </p:embeddedFont>
    <p:embeddedFont>
      <p:font typeface="Roboto" panose="02000000000000000000" pitchFamily="2" charset="0"/>
      <p:regular r:id="rId38"/>
      <p:bold r:id="rId39"/>
      <p:italic r:id="rId40"/>
      <p:boldItalic r:id="rId41"/>
    </p:embeddedFont>
    <p:embeddedFont>
      <p:font typeface="Tw Cen MT" panose="020B0602020104020603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290BE4E1-E7D2-450B-8F8B-D3C3644FE43E}">
          <p14:sldIdLst>
            <p14:sldId id="471"/>
            <p14:sldId id="558"/>
          </p14:sldIdLst>
        </p14:section>
        <p14:section name="Section headers" id="{DD6F750A-CA55-4667-854F-F2E7DDEE6C1E}">
          <p14:sldIdLst/>
        </p14:section>
        <p14:section name="Content slides" id="{8FBFC824-6521-4108-BD4D-F5134572806B}">
          <p14:sldIdLst/>
        </p14:section>
        <p14:section name="End slide" id="{13FEC69E-83D9-42FE-A3D1-A51BF76A838A}">
          <p14:sldIdLst/>
        </p14:section>
        <p14:section name="Icons" id="{4D760D60-EB25-4D19-A41D-E14B195B18C0}">
          <p14:sldIdLst>
            <p14:sldId id="541"/>
            <p14:sldId id="559"/>
            <p14:sldId id="404"/>
            <p14:sldId id="560"/>
            <p14:sldId id="552"/>
            <p14:sldId id="555"/>
            <p14:sldId id="556"/>
            <p14:sldId id="550"/>
            <p14:sldId id="557"/>
            <p14:sldId id="554"/>
            <p14:sldId id="553"/>
            <p14:sldId id="544"/>
            <p14:sldId id="548"/>
            <p14:sldId id="545"/>
            <p14:sldId id="547"/>
            <p14:sldId id="546"/>
            <p14:sldId id="549"/>
            <p14:sldId id="542"/>
            <p14:sldId id="543"/>
          </p14:sldIdLst>
        </p14:section>
      </p14:sectionLst>
    </p:ext>
    <p:ext uri="{EFAFB233-063F-42B5-8137-9DF3F51BA10A}">
      <p15:sldGuideLst xmlns:p15="http://schemas.microsoft.com/office/powerpoint/2012/main">
        <p15:guide id="29" pos="449" userDrawn="1">
          <p15:clr>
            <a:srgbClr val="A4A3A4"/>
          </p15:clr>
        </p15:guide>
        <p15:guide id="30" orient="horz" pos="4290" userDrawn="1">
          <p15:clr>
            <a:srgbClr val="A4A3A4"/>
          </p15:clr>
        </p15:guide>
        <p15:guide id="31" pos="57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670796-651E-72AB-FB54-F37B89285478}" name="Sophie Board" initials="SB" userId="430ed7c43f28592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7406"/>
    <a:srgbClr val="1745A1"/>
    <a:srgbClr val="4071EF"/>
    <a:srgbClr val="4374F2"/>
    <a:srgbClr val="1998EF"/>
    <a:srgbClr val="A6A6A6"/>
    <a:srgbClr val="71C0F5"/>
    <a:srgbClr val="092777"/>
    <a:srgbClr val="7095F5"/>
    <a:srgbClr val="F4D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CCA45-86C5-489B-8759-55C448EBEDB3}" v="245" dt="2025-10-25T23:50:41.3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63" autoAdjust="0"/>
    <p:restoredTop sz="95226" autoAdjust="0"/>
  </p:normalViewPr>
  <p:slideViewPr>
    <p:cSldViewPr showGuides="1">
      <p:cViewPr varScale="1">
        <p:scale>
          <a:sx n="60" d="100"/>
          <a:sy n="60" d="100"/>
        </p:scale>
        <p:origin x="493" y="259"/>
      </p:cViewPr>
      <p:guideLst>
        <p:guide pos="449"/>
        <p:guide orient="horz" pos="4290"/>
        <p:guide pos="5711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241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1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Smart" userId="220f776b-ee05-4ab6-8921-7ed8c2c1bc74" providerId="ADAL" clId="{20230CC3-9856-4A01-B6B5-34E44EAB64F5}"/>
    <pc:docChg chg="undo redo custSel addSld delSld modSld modMainMaster modSection">
      <pc:chgData name="Andrew Smart" userId="220f776b-ee05-4ab6-8921-7ed8c2c1bc74" providerId="ADAL" clId="{20230CC3-9856-4A01-B6B5-34E44EAB64F5}" dt="2025-10-26T22:14:38.307" v="5565" actId="20577"/>
      <pc:docMkLst>
        <pc:docMk/>
      </pc:docMkLst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56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57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58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59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0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1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2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3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4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5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6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7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8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69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70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71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73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75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76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78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82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284"/>
        </pc:sldMkLst>
      </pc:sldChg>
      <pc:sldChg chg="modSp add mod">
        <pc:chgData name="Andrew Smart" userId="220f776b-ee05-4ab6-8921-7ed8c2c1bc74" providerId="ADAL" clId="{20230CC3-9856-4A01-B6B5-34E44EAB64F5}" dt="2025-10-25T23:44:29.534" v="5484" actId="20577"/>
        <pc:sldMkLst>
          <pc:docMk/>
          <pc:sldMk cId="741612915" sldId="404"/>
        </pc:sldMkLst>
        <pc:spChg chg="mod">
          <ac:chgData name="Andrew Smart" userId="220f776b-ee05-4ab6-8921-7ed8c2c1bc74" providerId="ADAL" clId="{20230CC3-9856-4A01-B6B5-34E44EAB64F5}" dt="2025-10-25T23:44:01.964" v="5471" actId="20577"/>
          <ac:spMkLst>
            <pc:docMk/>
            <pc:sldMk cId="741612915" sldId="404"/>
            <ac:spMk id="3" creationId="{FF7E4B9D-CFE9-4C2F-A951-34C84D6F7461}"/>
          </ac:spMkLst>
        </pc:spChg>
        <pc:spChg chg="mod">
          <ac:chgData name="Andrew Smart" userId="220f776b-ee05-4ab6-8921-7ed8c2c1bc74" providerId="ADAL" clId="{20230CC3-9856-4A01-B6B5-34E44EAB64F5}" dt="2025-10-25T23:44:09.590" v="5472" actId="108"/>
          <ac:spMkLst>
            <pc:docMk/>
            <pc:sldMk cId="741612915" sldId="404"/>
            <ac:spMk id="4" creationId="{CA1FC559-EF2A-43A2-92AD-8AC43CC6A71F}"/>
          </ac:spMkLst>
        </pc:spChg>
        <pc:spChg chg="mod">
          <ac:chgData name="Andrew Smart" userId="220f776b-ee05-4ab6-8921-7ed8c2c1bc74" providerId="ADAL" clId="{20230CC3-9856-4A01-B6B5-34E44EAB64F5}" dt="2025-10-25T23:41:25.975" v="5357" actId="242"/>
          <ac:spMkLst>
            <pc:docMk/>
            <pc:sldMk cId="741612915" sldId="404"/>
            <ac:spMk id="5" creationId="{DE42403D-B061-4341-B281-1C92DB8705AD}"/>
          </ac:spMkLst>
        </pc:spChg>
        <pc:spChg chg="mod">
          <ac:chgData name="Andrew Smart" userId="220f776b-ee05-4ab6-8921-7ed8c2c1bc74" providerId="ADAL" clId="{20230CC3-9856-4A01-B6B5-34E44EAB64F5}" dt="2025-10-25T23:40:29.626" v="5339" actId="20577"/>
          <ac:spMkLst>
            <pc:docMk/>
            <pc:sldMk cId="741612915" sldId="404"/>
            <ac:spMk id="6" creationId="{F74DF1A8-0970-44CD-8FE0-749760D18F3C}"/>
          </ac:spMkLst>
        </pc:spChg>
        <pc:spChg chg="mod">
          <ac:chgData name="Andrew Smart" userId="220f776b-ee05-4ab6-8921-7ed8c2c1bc74" providerId="ADAL" clId="{20230CC3-9856-4A01-B6B5-34E44EAB64F5}" dt="2025-10-25T23:42:51.403" v="5379" actId="3064"/>
          <ac:spMkLst>
            <pc:docMk/>
            <pc:sldMk cId="741612915" sldId="404"/>
            <ac:spMk id="7" creationId="{F0438DE7-1177-4100-A3BE-3773C3B8FD84}"/>
          </ac:spMkLst>
        </pc:spChg>
        <pc:spChg chg="mod">
          <ac:chgData name="Andrew Smart" userId="220f776b-ee05-4ab6-8921-7ed8c2c1bc74" providerId="ADAL" clId="{20230CC3-9856-4A01-B6B5-34E44EAB64F5}" dt="2025-10-25T23:40:39.028" v="5351" actId="20577"/>
          <ac:spMkLst>
            <pc:docMk/>
            <pc:sldMk cId="741612915" sldId="404"/>
            <ac:spMk id="8" creationId="{1FEBBCFC-7464-4A63-B297-A8D4049D656F}"/>
          </ac:spMkLst>
        </pc:spChg>
        <pc:spChg chg="mod">
          <ac:chgData name="Andrew Smart" userId="220f776b-ee05-4ab6-8921-7ed8c2c1bc74" providerId="ADAL" clId="{20230CC3-9856-4A01-B6B5-34E44EAB64F5}" dt="2025-10-25T23:44:29.534" v="5484" actId="20577"/>
          <ac:spMkLst>
            <pc:docMk/>
            <pc:sldMk cId="741612915" sldId="404"/>
            <ac:spMk id="10" creationId="{42490BE9-B650-F91C-C282-F7BA244C2688}"/>
          </ac:spMkLst>
        </pc:spChg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740251857" sldId="463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4072256937" sldId="465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1303022883" sldId="466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958279475" sldId="467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54466576" sldId="468"/>
        </pc:sldMkLst>
      </pc:sldChg>
      <pc:sldChg chg="del">
        <pc:chgData name="Andrew Smart" userId="220f776b-ee05-4ab6-8921-7ed8c2c1bc74" providerId="ADAL" clId="{20230CC3-9856-4A01-B6B5-34E44EAB64F5}" dt="2025-10-20T22:00:34.111" v="1" actId="47"/>
        <pc:sldMkLst>
          <pc:docMk/>
          <pc:sldMk cId="3414254193" sldId="469"/>
        </pc:sldMkLst>
      </pc:sldChg>
      <pc:sldChg chg="modSp mod">
        <pc:chgData name="Andrew Smart" userId="220f776b-ee05-4ab6-8921-7ed8c2c1bc74" providerId="ADAL" clId="{20230CC3-9856-4A01-B6B5-34E44EAB64F5}" dt="2025-10-21T00:13:07.782" v="3084" actId="20577"/>
        <pc:sldMkLst>
          <pc:docMk/>
          <pc:sldMk cId="3233700640" sldId="471"/>
        </pc:sldMkLst>
        <pc:spChg chg="mod">
          <ac:chgData name="Andrew Smart" userId="220f776b-ee05-4ab6-8921-7ed8c2c1bc74" providerId="ADAL" clId="{20230CC3-9856-4A01-B6B5-34E44EAB64F5}" dt="2025-10-21T00:13:00.755" v="3077" actId="14100"/>
          <ac:spMkLst>
            <pc:docMk/>
            <pc:sldMk cId="3233700640" sldId="471"/>
            <ac:spMk id="4" creationId="{DC760F3C-1CA9-83CF-7D72-E8250B3D9485}"/>
          </ac:spMkLst>
        </pc:spChg>
        <pc:spChg chg="mod">
          <ac:chgData name="Andrew Smart" userId="220f776b-ee05-4ab6-8921-7ed8c2c1bc74" providerId="ADAL" clId="{20230CC3-9856-4A01-B6B5-34E44EAB64F5}" dt="2025-10-21T00:13:07.782" v="3084" actId="20577"/>
          <ac:spMkLst>
            <pc:docMk/>
            <pc:sldMk cId="3233700640" sldId="471"/>
            <ac:spMk id="7" creationId="{6EBCCBC4-D5F3-7907-AC73-00446E219BE5}"/>
          </ac:spMkLst>
        </pc:spChg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4088072274" sldId="473"/>
        </pc:sldMkLst>
      </pc:sldChg>
      <pc:sldChg chg="del">
        <pc:chgData name="Andrew Smart" userId="220f776b-ee05-4ab6-8921-7ed8c2c1bc74" providerId="ADAL" clId="{20230CC3-9856-4A01-B6B5-34E44EAB64F5}" dt="2025-10-20T22:00:34.111" v="1" actId="47"/>
        <pc:sldMkLst>
          <pc:docMk/>
          <pc:sldMk cId="4048648444" sldId="474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472053167" sldId="482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820085563" sldId="488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827555294" sldId="499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1668349232" sldId="500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4095427237" sldId="501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1932737135" sldId="502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666084877" sldId="503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461104220" sldId="504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1281091588" sldId="505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62890767" sldId="506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4188804784" sldId="507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1218272446" sldId="508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52993743" sldId="509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75613758" sldId="510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1842325583" sldId="511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915410021" sldId="512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796250121" sldId="513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514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515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516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517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518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519"/>
        </pc:sldMkLst>
      </pc:sldChg>
      <pc:sldChg chg="del">
        <pc:chgData name="Andrew Smart" userId="220f776b-ee05-4ab6-8921-7ed8c2c1bc74" providerId="ADAL" clId="{20230CC3-9856-4A01-B6B5-34E44EAB64F5}" dt="2025-10-20T22:00:51.026" v="2" actId="47"/>
        <pc:sldMkLst>
          <pc:docMk/>
          <pc:sldMk cId="0" sldId="520"/>
        </pc:sldMkLst>
      </pc:sldChg>
      <pc:sldChg chg="del">
        <pc:chgData name="Andrew Smart" userId="220f776b-ee05-4ab6-8921-7ed8c2c1bc74" providerId="ADAL" clId="{20230CC3-9856-4A01-B6B5-34E44EAB64F5}" dt="2025-10-21T00:12:28.951" v="3050" actId="47"/>
        <pc:sldMkLst>
          <pc:docMk/>
          <pc:sldMk cId="3144795026" sldId="522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180669829" sldId="523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732857293" sldId="524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596218941" sldId="525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651493449" sldId="526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377904678" sldId="529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104733894" sldId="530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1167719222" sldId="531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1007321186" sldId="532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3628453771" sldId="533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816529725" sldId="534"/>
        </pc:sldMkLst>
      </pc:sldChg>
      <pc:sldChg chg="del">
        <pc:chgData name="Andrew Smart" userId="220f776b-ee05-4ab6-8921-7ed8c2c1bc74" providerId="ADAL" clId="{20230CC3-9856-4A01-B6B5-34E44EAB64F5}" dt="2025-10-20T22:00:57.486" v="3" actId="47"/>
        <pc:sldMkLst>
          <pc:docMk/>
          <pc:sldMk cId="1698758739" sldId="535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307759873" sldId="536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781742413" sldId="537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679583686" sldId="538"/>
        </pc:sldMkLst>
      </pc:sldChg>
      <pc:sldChg chg="del">
        <pc:chgData name="Andrew Smart" userId="220f776b-ee05-4ab6-8921-7ed8c2c1bc74" providerId="ADAL" clId="{20230CC3-9856-4A01-B6B5-34E44EAB64F5}" dt="2025-10-20T22:01:03.133" v="4" actId="47"/>
        <pc:sldMkLst>
          <pc:docMk/>
          <pc:sldMk cId="2755615677" sldId="539"/>
        </pc:sldMkLst>
      </pc:sldChg>
      <pc:sldChg chg="del">
        <pc:chgData name="Andrew Smart" userId="220f776b-ee05-4ab6-8921-7ed8c2c1bc74" providerId="ADAL" clId="{20230CC3-9856-4A01-B6B5-34E44EAB64F5}" dt="2025-10-21T00:12:28.951" v="3050" actId="47"/>
        <pc:sldMkLst>
          <pc:docMk/>
          <pc:sldMk cId="1691462747" sldId="540"/>
        </pc:sldMkLst>
      </pc:sldChg>
      <pc:sldChg chg="modSp mod">
        <pc:chgData name="Andrew Smart" userId="220f776b-ee05-4ab6-8921-7ed8c2c1bc74" providerId="ADAL" clId="{20230CC3-9856-4A01-B6B5-34E44EAB64F5}" dt="2025-10-26T22:14:38.307" v="5565" actId="20577"/>
        <pc:sldMkLst>
          <pc:docMk/>
          <pc:sldMk cId="2520240884" sldId="541"/>
        </pc:sldMkLst>
        <pc:spChg chg="mod">
          <ac:chgData name="Andrew Smart" userId="220f776b-ee05-4ab6-8921-7ed8c2c1bc74" providerId="ADAL" clId="{20230CC3-9856-4A01-B6B5-34E44EAB64F5}" dt="2025-10-26T22:14:38.307" v="5565" actId="20577"/>
          <ac:spMkLst>
            <pc:docMk/>
            <pc:sldMk cId="2520240884" sldId="541"/>
            <ac:spMk id="3" creationId="{03893DFB-6840-97AB-D5E5-276D03E34141}"/>
          </ac:spMkLst>
        </pc:spChg>
        <pc:spChg chg="mod">
          <ac:chgData name="Andrew Smart" userId="220f776b-ee05-4ab6-8921-7ed8c2c1bc74" providerId="ADAL" clId="{20230CC3-9856-4A01-B6B5-34E44EAB64F5}" dt="2025-10-21T00:16:00.587" v="3090" actId="554"/>
          <ac:spMkLst>
            <pc:docMk/>
            <pc:sldMk cId="2520240884" sldId="541"/>
            <ac:spMk id="4" creationId="{B961C176-C828-1EFD-F196-0B49D0650A1E}"/>
          </ac:spMkLst>
        </pc:spChg>
        <pc:spChg chg="mod">
          <ac:chgData name="Andrew Smart" userId="220f776b-ee05-4ab6-8921-7ed8c2c1bc74" providerId="ADAL" clId="{20230CC3-9856-4A01-B6B5-34E44EAB64F5}" dt="2025-10-21T00:16:00.587" v="3090" actId="554"/>
          <ac:spMkLst>
            <pc:docMk/>
            <pc:sldMk cId="2520240884" sldId="541"/>
            <ac:spMk id="5" creationId="{B864DC2C-D104-F819-9A04-00610352AFEB}"/>
          </ac:spMkLst>
        </pc:spChg>
        <pc:spChg chg="mod">
          <ac:chgData name="Andrew Smart" userId="220f776b-ee05-4ab6-8921-7ed8c2c1bc74" providerId="ADAL" clId="{20230CC3-9856-4A01-B6B5-34E44EAB64F5}" dt="2025-10-21T00:16:00.587" v="3090" actId="554"/>
          <ac:spMkLst>
            <pc:docMk/>
            <pc:sldMk cId="2520240884" sldId="541"/>
            <ac:spMk id="6" creationId="{2F567BA0-E95E-A212-14C5-6AE624528C7B}"/>
          </ac:spMkLst>
        </pc:spChg>
        <pc:spChg chg="mod">
          <ac:chgData name="Andrew Smart" userId="220f776b-ee05-4ab6-8921-7ed8c2c1bc74" providerId="ADAL" clId="{20230CC3-9856-4A01-B6B5-34E44EAB64F5}" dt="2025-10-21T00:16:00.587" v="3090" actId="554"/>
          <ac:spMkLst>
            <pc:docMk/>
            <pc:sldMk cId="2520240884" sldId="541"/>
            <ac:spMk id="7" creationId="{A0ADA9EF-92F9-9E10-1FAF-B3B5DB7B8A63}"/>
          </ac:spMkLst>
        </pc:spChg>
        <pc:spChg chg="mod">
          <ac:chgData name="Andrew Smart" userId="220f776b-ee05-4ab6-8921-7ed8c2c1bc74" providerId="ADAL" clId="{20230CC3-9856-4A01-B6B5-34E44EAB64F5}" dt="2025-10-22T21:23:31.868" v="4714" actId="20577"/>
          <ac:spMkLst>
            <pc:docMk/>
            <pc:sldMk cId="2520240884" sldId="541"/>
            <ac:spMk id="8" creationId="{2C3137FE-F4C5-8171-2AB7-7975FF187014}"/>
          </ac:spMkLst>
        </pc:spChg>
        <pc:spChg chg="mod">
          <ac:chgData name="Andrew Smart" userId="220f776b-ee05-4ab6-8921-7ed8c2c1bc74" providerId="ADAL" clId="{20230CC3-9856-4A01-B6B5-34E44EAB64F5}" dt="2025-10-22T21:23:38.830" v="4726" actId="20577"/>
          <ac:spMkLst>
            <pc:docMk/>
            <pc:sldMk cId="2520240884" sldId="541"/>
            <ac:spMk id="9" creationId="{88B4FB9B-7611-A72A-AAE7-A8C93E1BF08C}"/>
          </ac:spMkLst>
        </pc:spChg>
        <pc:spChg chg="mod">
          <ac:chgData name="Andrew Smart" userId="220f776b-ee05-4ab6-8921-7ed8c2c1bc74" providerId="ADAL" clId="{20230CC3-9856-4A01-B6B5-34E44EAB64F5}" dt="2025-10-21T00:16:00.587" v="3090" actId="554"/>
          <ac:spMkLst>
            <pc:docMk/>
            <pc:sldMk cId="2520240884" sldId="541"/>
            <ac:spMk id="10" creationId="{C89E6C89-5783-D317-5B40-BFF7311CD53F}"/>
          </ac:spMkLst>
        </pc:spChg>
        <pc:spChg chg="mod">
          <ac:chgData name="Andrew Smart" userId="220f776b-ee05-4ab6-8921-7ed8c2c1bc74" providerId="ADAL" clId="{20230CC3-9856-4A01-B6B5-34E44EAB64F5}" dt="2025-10-21T00:16:13.805" v="3091" actId="554"/>
          <ac:spMkLst>
            <pc:docMk/>
            <pc:sldMk cId="2520240884" sldId="541"/>
            <ac:spMk id="11" creationId="{68236969-27D6-C5AF-B046-760B38C80522}"/>
          </ac:spMkLst>
        </pc:spChg>
        <pc:spChg chg="mod">
          <ac:chgData name="Andrew Smart" userId="220f776b-ee05-4ab6-8921-7ed8c2c1bc74" providerId="ADAL" clId="{20230CC3-9856-4A01-B6B5-34E44EAB64F5}" dt="2025-10-21T00:16:13.805" v="3091" actId="554"/>
          <ac:spMkLst>
            <pc:docMk/>
            <pc:sldMk cId="2520240884" sldId="541"/>
            <ac:spMk id="12" creationId="{2E55B434-A4F1-5877-F5B8-D69AEED4E992}"/>
          </ac:spMkLst>
        </pc:spChg>
        <pc:spChg chg="mod">
          <ac:chgData name="Andrew Smart" userId="220f776b-ee05-4ab6-8921-7ed8c2c1bc74" providerId="ADAL" clId="{20230CC3-9856-4A01-B6B5-34E44EAB64F5}" dt="2025-10-21T00:16:13.805" v="3091" actId="554"/>
          <ac:spMkLst>
            <pc:docMk/>
            <pc:sldMk cId="2520240884" sldId="541"/>
            <ac:spMk id="13" creationId="{DE0C36AC-8E82-1360-AC43-796C6579E37B}"/>
          </ac:spMkLst>
        </pc:spChg>
        <pc:spChg chg="mod">
          <ac:chgData name="Andrew Smart" userId="220f776b-ee05-4ab6-8921-7ed8c2c1bc74" providerId="ADAL" clId="{20230CC3-9856-4A01-B6B5-34E44EAB64F5}" dt="2025-10-21T00:16:13.805" v="3091" actId="554"/>
          <ac:spMkLst>
            <pc:docMk/>
            <pc:sldMk cId="2520240884" sldId="541"/>
            <ac:spMk id="14" creationId="{91625114-213E-2D0D-CA36-F62B8C14DF27}"/>
          </ac:spMkLst>
        </pc:spChg>
        <pc:spChg chg="mod">
          <ac:chgData name="Andrew Smart" userId="220f776b-ee05-4ab6-8921-7ed8c2c1bc74" providerId="ADAL" clId="{20230CC3-9856-4A01-B6B5-34E44EAB64F5}" dt="2025-10-20T23:28:40.880" v="2340" actId="6549"/>
          <ac:spMkLst>
            <pc:docMk/>
            <pc:sldMk cId="2520240884" sldId="541"/>
            <ac:spMk id="15" creationId="{635E7C4F-9953-CA5E-57E2-870B47775568}"/>
          </ac:spMkLst>
        </pc:spChg>
        <pc:spChg chg="mod">
          <ac:chgData name="Andrew Smart" userId="220f776b-ee05-4ab6-8921-7ed8c2c1bc74" providerId="ADAL" clId="{20230CC3-9856-4A01-B6B5-34E44EAB64F5}" dt="2025-10-20T23:28:36.508" v="2339" actId="6549"/>
          <ac:spMkLst>
            <pc:docMk/>
            <pc:sldMk cId="2520240884" sldId="541"/>
            <ac:spMk id="17" creationId="{60F3CF2F-C94D-D970-94BE-0C97E2A693AC}"/>
          </ac:spMkLst>
        </pc:spChg>
        <pc:spChg chg="mod">
          <ac:chgData name="Andrew Smart" userId="220f776b-ee05-4ab6-8921-7ed8c2c1bc74" providerId="ADAL" clId="{20230CC3-9856-4A01-B6B5-34E44EAB64F5}" dt="2025-10-20T23:30:36.639" v="2378" actId="3064"/>
          <ac:spMkLst>
            <pc:docMk/>
            <pc:sldMk cId="2520240884" sldId="541"/>
            <ac:spMk id="18" creationId="{4C946DB3-3F52-19FA-737C-76B6E94F0313}"/>
          </ac:spMkLst>
        </pc:spChg>
        <pc:spChg chg="mod">
          <ac:chgData name="Andrew Smart" userId="220f776b-ee05-4ab6-8921-7ed8c2c1bc74" providerId="ADAL" clId="{20230CC3-9856-4A01-B6B5-34E44EAB64F5}" dt="2025-10-21T00:16:13.805" v="3091" actId="554"/>
          <ac:spMkLst>
            <pc:docMk/>
            <pc:sldMk cId="2520240884" sldId="541"/>
            <ac:spMk id="19" creationId="{897013AF-E9D8-3A2C-E141-CEFCC167653F}"/>
          </ac:spMkLst>
        </pc:spChg>
        <pc:spChg chg="mod">
          <ac:chgData name="Andrew Smart" userId="220f776b-ee05-4ab6-8921-7ed8c2c1bc74" providerId="ADAL" clId="{20230CC3-9856-4A01-B6B5-34E44EAB64F5}" dt="2025-10-21T00:16:13.805" v="3091" actId="554"/>
          <ac:spMkLst>
            <pc:docMk/>
            <pc:sldMk cId="2520240884" sldId="541"/>
            <ac:spMk id="20" creationId="{EB7A222C-84E6-4FA8-8D58-6DBBE4C8FFB6}"/>
          </ac:spMkLst>
        </pc:spChg>
        <pc:spChg chg="mod">
          <ac:chgData name="Andrew Smart" userId="220f776b-ee05-4ab6-8921-7ed8c2c1bc74" providerId="ADAL" clId="{20230CC3-9856-4A01-B6B5-34E44EAB64F5}" dt="2025-10-21T00:16:13.805" v="3091" actId="554"/>
          <ac:spMkLst>
            <pc:docMk/>
            <pc:sldMk cId="2520240884" sldId="541"/>
            <ac:spMk id="21" creationId="{1B0BEAAD-D47A-DA3B-69DE-08AE6F02399D}"/>
          </ac:spMkLst>
        </pc:spChg>
        <pc:spChg chg="mod">
          <ac:chgData name="Andrew Smart" userId="220f776b-ee05-4ab6-8921-7ed8c2c1bc74" providerId="ADAL" clId="{20230CC3-9856-4A01-B6B5-34E44EAB64F5}" dt="2025-10-20T23:30:36.639" v="2378" actId="3064"/>
          <ac:spMkLst>
            <pc:docMk/>
            <pc:sldMk cId="2520240884" sldId="541"/>
            <ac:spMk id="25" creationId="{D3555FB6-BF04-2B18-B5AB-6E7BF0DAD170}"/>
          </ac:spMkLst>
        </pc:spChg>
        <pc:spChg chg="mod">
          <ac:chgData name="Andrew Smart" userId="220f776b-ee05-4ab6-8921-7ed8c2c1bc74" providerId="ADAL" clId="{20230CC3-9856-4A01-B6B5-34E44EAB64F5}" dt="2025-10-21T00:16:00.587" v="3090" actId="554"/>
          <ac:spMkLst>
            <pc:docMk/>
            <pc:sldMk cId="2520240884" sldId="541"/>
            <ac:spMk id="26" creationId="{4636E6F1-7FDD-967B-CDF4-EE0C15ABC3E2}"/>
          </ac:spMkLst>
        </pc:spChg>
        <pc:spChg chg="mod">
          <ac:chgData name="Andrew Smart" userId="220f776b-ee05-4ab6-8921-7ed8c2c1bc74" providerId="ADAL" clId="{20230CC3-9856-4A01-B6B5-34E44EAB64F5}" dt="2025-10-21T00:16:13.805" v="3091" actId="554"/>
          <ac:spMkLst>
            <pc:docMk/>
            <pc:sldMk cId="2520240884" sldId="541"/>
            <ac:spMk id="27" creationId="{4953E7D0-062F-23D2-1624-382F51D2C2C1}"/>
          </ac:spMkLst>
        </pc:spChg>
        <pc:spChg chg="mod">
          <ac:chgData name="Andrew Smart" userId="220f776b-ee05-4ab6-8921-7ed8c2c1bc74" providerId="ADAL" clId="{20230CC3-9856-4A01-B6B5-34E44EAB64F5}" dt="2025-10-21T00:16:23.432" v="3092" actId="465"/>
          <ac:spMkLst>
            <pc:docMk/>
            <pc:sldMk cId="2520240884" sldId="541"/>
            <ac:spMk id="32" creationId="{CD8E6693-0669-821C-4712-1D9ED3221342}"/>
          </ac:spMkLst>
        </pc:spChg>
        <pc:spChg chg="mod">
          <ac:chgData name="Andrew Smart" userId="220f776b-ee05-4ab6-8921-7ed8c2c1bc74" providerId="ADAL" clId="{20230CC3-9856-4A01-B6B5-34E44EAB64F5}" dt="2025-10-21T00:16:30.734" v="3093" actId="465"/>
          <ac:spMkLst>
            <pc:docMk/>
            <pc:sldMk cId="2520240884" sldId="541"/>
            <ac:spMk id="33" creationId="{7F4C2FC0-3525-D385-552F-5E9BF98E44F6}"/>
          </ac:spMkLst>
        </pc:spChg>
        <pc:spChg chg="mod">
          <ac:chgData name="Andrew Smart" userId="220f776b-ee05-4ab6-8921-7ed8c2c1bc74" providerId="ADAL" clId="{20230CC3-9856-4A01-B6B5-34E44EAB64F5}" dt="2025-10-20T22:05:38.623" v="38" actId="207"/>
          <ac:spMkLst>
            <pc:docMk/>
            <pc:sldMk cId="2520240884" sldId="541"/>
            <ac:spMk id="36" creationId="{7153E3C5-FB76-DEDB-6A10-5FE7C013572E}"/>
          </ac:spMkLst>
        </pc:spChg>
        <pc:spChg chg="mod">
          <ac:chgData name="Andrew Smart" userId="220f776b-ee05-4ab6-8921-7ed8c2c1bc74" providerId="ADAL" clId="{20230CC3-9856-4A01-B6B5-34E44EAB64F5}" dt="2025-10-20T22:05:38.623" v="38" actId="207"/>
          <ac:spMkLst>
            <pc:docMk/>
            <pc:sldMk cId="2520240884" sldId="541"/>
            <ac:spMk id="37" creationId="{B3DED429-BA87-405F-F8F6-61607A682527}"/>
          </ac:spMkLst>
        </pc:spChg>
        <pc:spChg chg="mod">
          <ac:chgData name="Andrew Smart" userId="220f776b-ee05-4ab6-8921-7ed8c2c1bc74" providerId="ADAL" clId="{20230CC3-9856-4A01-B6B5-34E44EAB64F5}" dt="2025-10-20T22:05:38.623" v="38" actId="207"/>
          <ac:spMkLst>
            <pc:docMk/>
            <pc:sldMk cId="2520240884" sldId="541"/>
            <ac:spMk id="38" creationId="{3076E342-202B-E1B2-408A-BF81EE5648BF}"/>
          </ac:spMkLst>
        </pc:spChg>
        <pc:spChg chg="mod">
          <ac:chgData name="Andrew Smart" userId="220f776b-ee05-4ab6-8921-7ed8c2c1bc74" providerId="ADAL" clId="{20230CC3-9856-4A01-B6B5-34E44EAB64F5}" dt="2025-10-20T22:47:31.897" v="1000" actId="3064"/>
          <ac:spMkLst>
            <pc:docMk/>
            <pc:sldMk cId="2520240884" sldId="541"/>
            <ac:spMk id="39" creationId="{865966A0-E9A9-9EA9-CA28-F82078B9C6A7}"/>
          </ac:spMkLst>
        </pc:spChg>
        <pc:spChg chg="mod">
          <ac:chgData name="Andrew Smart" userId="220f776b-ee05-4ab6-8921-7ed8c2c1bc74" providerId="ADAL" clId="{20230CC3-9856-4A01-B6B5-34E44EAB64F5}" dt="2025-10-20T22:05:38.623" v="38" actId="207"/>
          <ac:spMkLst>
            <pc:docMk/>
            <pc:sldMk cId="2520240884" sldId="541"/>
            <ac:spMk id="40" creationId="{520FA01D-A3AD-4017-17D6-D0F1818F43BC}"/>
          </ac:spMkLst>
        </pc:spChg>
        <pc:spChg chg="mod">
          <ac:chgData name="Andrew Smart" userId="220f776b-ee05-4ab6-8921-7ed8c2c1bc74" providerId="ADAL" clId="{20230CC3-9856-4A01-B6B5-34E44EAB64F5}" dt="2025-10-21T00:00:59.972" v="2628" actId="20577"/>
          <ac:spMkLst>
            <pc:docMk/>
            <pc:sldMk cId="2520240884" sldId="541"/>
            <ac:spMk id="41" creationId="{854750FE-C01A-EC89-F840-149FC27E9A53}"/>
          </ac:spMkLst>
        </pc:spChg>
        <pc:spChg chg="mod">
          <ac:chgData name="Andrew Smart" userId="220f776b-ee05-4ab6-8921-7ed8c2c1bc74" providerId="ADAL" clId="{20230CC3-9856-4A01-B6B5-34E44EAB64F5}" dt="2025-10-20T23:33:37.197" v="2402" actId="20577"/>
          <ac:spMkLst>
            <pc:docMk/>
            <pc:sldMk cId="2520240884" sldId="541"/>
            <ac:spMk id="42" creationId="{F30CA90B-0F50-1FFD-A898-0120C5021BD2}"/>
          </ac:spMkLst>
        </pc:spChg>
      </pc:sldChg>
      <pc:sldChg chg="add">
        <pc:chgData name="Andrew Smart" userId="220f776b-ee05-4ab6-8921-7ed8c2c1bc74" providerId="ADAL" clId="{20230CC3-9856-4A01-B6B5-34E44EAB64F5}" dt="2025-10-20T22:00:30.474" v="0"/>
        <pc:sldMkLst>
          <pc:docMk/>
          <pc:sldMk cId="792350580" sldId="542"/>
        </pc:sldMkLst>
      </pc:sldChg>
      <pc:sldChg chg="add">
        <pc:chgData name="Andrew Smart" userId="220f776b-ee05-4ab6-8921-7ed8c2c1bc74" providerId="ADAL" clId="{20230CC3-9856-4A01-B6B5-34E44EAB64F5}" dt="2025-10-20T22:00:30.474" v="0"/>
        <pc:sldMkLst>
          <pc:docMk/>
          <pc:sldMk cId="3226968599" sldId="543"/>
        </pc:sldMkLst>
      </pc:sldChg>
      <pc:sldChg chg="addSp delSp modSp add mod">
        <pc:chgData name="Andrew Smart" userId="220f776b-ee05-4ab6-8921-7ed8c2c1bc74" providerId="ADAL" clId="{20230CC3-9856-4A01-B6B5-34E44EAB64F5}" dt="2025-10-21T00:18:33.664" v="3099" actId="14100"/>
        <pc:sldMkLst>
          <pc:docMk/>
          <pc:sldMk cId="2310729260" sldId="544"/>
        </pc:sldMkLst>
        <pc:spChg chg="mod">
          <ac:chgData name="Andrew Smart" userId="220f776b-ee05-4ab6-8921-7ed8c2c1bc74" providerId="ADAL" clId="{20230CC3-9856-4A01-B6B5-34E44EAB64F5}" dt="2025-10-21T00:06:24.633" v="2864" actId="20577"/>
          <ac:spMkLst>
            <pc:docMk/>
            <pc:sldMk cId="2310729260" sldId="544"/>
            <ac:spMk id="3" creationId="{414A2945-FC30-2F84-DBB9-B239B098C327}"/>
          </ac:spMkLst>
        </pc:spChg>
        <pc:spChg chg="mod">
          <ac:chgData name="Andrew Smart" userId="220f776b-ee05-4ab6-8921-7ed8c2c1bc74" providerId="ADAL" clId="{20230CC3-9856-4A01-B6B5-34E44EAB64F5}" dt="2025-10-21T00:17:20.709" v="3094" actId="554"/>
          <ac:spMkLst>
            <pc:docMk/>
            <pc:sldMk cId="2310729260" sldId="544"/>
            <ac:spMk id="4" creationId="{B2A47B5D-B9FC-20AB-C1A2-3A52C0DB3779}"/>
          </ac:spMkLst>
        </pc:spChg>
        <pc:spChg chg="mod">
          <ac:chgData name="Andrew Smart" userId="220f776b-ee05-4ab6-8921-7ed8c2c1bc74" providerId="ADAL" clId="{20230CC3-9856-4A01-B6B5-34E44EAB64F5}" dt="2025-10-21T00:17:20.709" v="3094" actId="554"/>
          <ac:spMkLst>
            <pc:docMk/>
            <pc:sldMk cId="2310729260" sldId="544"/>
            <ac:spMk id="5" creationId="{11DFC669-72D3-BD24-E01B-580F8A96C831}"/>
          </ac:spMkLst>
        </pc:spChg>
        <pc:spChg chg="mod">
          <ac:chgData name="Andrew Smart" userId="220f776b-ee05-4ab6-8921-7ed8c2c1bc74" providerId="ADAL" clId="{20230CC3-9856-4A01-B6B5-34E44EAB64F5}" dt="2025-10-21T00:17:20.709" v="3094" actId="554"/>
          <ac:spMkLst>
            <pc:docMk/>
            <pc:sldMk cId="2310729260" sldId="544"/>
            <ac:spMk id="6" creationId="{6EF2EEDB-F64E-A7E2-9A83-26F3999BBF6B}"/>
          </ac:spMkLst>
        </pc:spChg>
        <pc:spChg chg="mod">
          <ac:chgData name="Andrew Smart" userId="220f776b-ee05-4ab6-8921-7ed8c2c1bc74" providerId="ADAL" clId="{20230CC3-9856-4A01-B6B5-34E44EAB64F5}" dt="2025-10-21T00:17:20.709" v="3094" actId="554"/>
          <ac:spMkLst>
            <pc:docMk/>
            <pc:sldMk cId="2310729260" sldId="544"/>
            <ac:spMk id="7" creationId="{C41569DF-30E1-F441-558C-F66107460F85}"/>
          </ac:spMkLst>
        </pc:spChg>
        <pc:spChg chg="mod">
          <ac:chgData name="Andrew Smart" userId="220f776b-ee05-4ab6-8921-7ed8c2c1bc74" providerId="ADAL" clId="{20230CC3-9856-4A01-B6B5-34E44EAB64F5}" dt="2025-10-21T00:17:20.709" v="3094" actId="554"/>
          <ac:spMkLst>
            <pc:docMk/>
            <pc:sldMk cId="2310729260" sldId="544"/>
            <ac:spMk id="8" creationId="{3E81B1B9-2402-985C-1887-9301E2FADE86}"/>
          </ac:spMkLst>
        </pc:spChg>
        <pc:spChg chg="mod">
          <ac:chgData name="Andrew Smart" userId="220f776b-ee05-4ab6-8921-7ed8c2c1bc74" providerId="ADAL" clId="{20230CC3-9856-4A01-B6B5-34E44EAB64F5}" dt="2025-10-21T00:17:20.709" v="3094" actId="554"/>
          <ac:spMkLst>
            <pc:docMk/>
            <pc:sldMk cId="2310729260" sldId="544"/>
            <ac:spMk id="9" creationId="{B2BFAF58-52C4-7678-A70F-3A3A2A8A1BDA}"/>
          </ac:spMkLst>
        </pc:spChg>
        <pc:spChg chg="mod">
          <ac:chgData name="Andrew Smart" userId="220f776b-ee05-4ab6-8921-7ed8c2c1bc74" providerId="ADAL" clId="{20230CC3-9856-4A01-B6B5-34E44EAB64F5}" dt="2025-10-21T00:17:20.709" v="3094" actId="554"/>
          <ac:spMkLst>
            <pc:docMk/>
            <pc:sldMk cId="2310729260" sldId="544"/>
            <ac:spMk id="10" creationId="{C4EE5FE9-3EEA-F7FA-B9DB-0C1E4427F08A}"/>
          </ac:spMkLst>
        </pc:spChg>
        <pc:spChg chg="mod">
          <ac:chgData name="Andrew Smart" userId="220f776b-ee05-4ab6-8921-7ed8c2c1bc74" providerId="ADAL" clId="{20230CC3-9856-4A01-B6B5-34E44EAB64F5}" dt="2025-10-21T00:17:40.215" v="3095" actId="554"/>
          <ac:spMkLst>
            <pc:docMk/>
            <pc:sldMk cId="2310729260" sldId="544"/>
            <ac:spMk id="11" creationId="{3AE3C3C2-A0DB-1146-F7B6-969782C1D693}"/>
          </ac:spMkLst>
        </pc:spChg>
        <pc:spChg chg="mod">
          <ac:chgData name="Andrew Smart" userId="220f776b-ee05-4ab6-8921-7ed8c2c1bc74" providerId="ADAL" clId="{20230CC3-9856-4A01-B6B5-34E44EAB64F5}" dt="2025-10-21T00:17:40.215" v="3095" actId="554"/>
          <ac:spMkLst>
            <pc:docMk/>
            <pc:sldMk cId="2310729260" sldId="544"/>
            <ac:spMk id="12" creationId="{45239854-8AFC-C7F9-752E-4CB9F32D3093}"/>
          </ac:spMkLst>
        </pc:spChg>
        <pc:spChg chg="mod">
          <ac:chgData name="Andrew Smart" userId="220f776b-ee05-4ab6-8921-7ed8c2c1bc74" providerId="ADAL" clId="{20230CC3-9856-4A01-B6B5-34E44EAB64F5}" dt="2025-10-21T00:17:40.215" v="3095" actId="554"/>
          <ac:spMkLst>
            <pc:docMk/>
            <pc:sldMk cId="2310729260" sldId="544"/>
            <ac:spMk id="13" creationId="{1208858C-CFDE-D6A5-131E-FE18DC49A651}"/>
          </ac:spMkLst>
        </pc:spChg>
        <pc:spChg chg="mod">
          <ac:chgData name="Andrew Smart" userId="220f776b-ee05-4ab6-8921-7ed8c2c1bc74" providerId="ADAL" clId="{20230CC3-9856-4A01-B6B5-34E44EAB64F5}" dt="2025-10-21T00:17:40.215" v="3095" actId="554"/>
          <ac:spMkLst>
            <pc:docMk/>
            <pc:sldMk cId="2310729260" sldId="544"/>
            <ac:spMk id="14" creationId="{B70193C7-5AF4-6179-764F-43F9E3969733}"/>
          </ac:spMkLst>
        </pc:spChg>
        <pc:spChg chg="mod">
          <ac:chgData name="Andrew Smart" userId="220f776b-ee05-4ab6-8921-7ed8c2c1bc74" providerId="ADAL" clId="{20230CC3-9856-4A01-B6B5-34E44EAB64F5}" dt="2025-10-20T22:06:38.345" v="43" actId="5793"/>
          <ac:spMkLst>
            <pc:docMk/>
            <pc:sldMk cId="2310729260" sldId="544"/>
            <ac:spMk id="16" creationId="{7959BE17-F2D2-821C-7A68-15F73ABEA9D5}"/>
          </ac:spMkLst>
        </pc:spChg>
        <pc:spChg chg="mod">
          <ac:chgData name="Andrew Smart" userId="220f776b-ee05-4ab6-8921-7ed8c2c1bc74" providerId="ADAL" clId="{20230CC3-9856-4A01-B6B5-34E44EAB64F5}" dt="2025-10-21T00:17:40.215" v="3095" actId="554"/>
          <ac:spMkLst>
            <pc:docMk/>
            <pc:sldMk cId="2310729260" sldId="544"/>
            <ac:spMk id="19" creationId="{F8875071-9915-042A-F976-7D05DAD5DFAA}"/>
          </ac:spMkLst>
        </pc:spChg>
        <pc:spChg chg="mod">
          <ac:chgData name="Andrew Smart" userId="220f776b-ee05-4ab6-8921-7ed8c2c1bc74" providerId="ADAL" clId="{20230CC3-9856-4A01-B6B5-34E44EAB64F5}" dt="2025-10-21T00:17:40.215" v="3095" actId="554"/>
          <ac:spMkLst>
            <pc:docMk/>
            <pc:sldMk cId="2310729260" sldId="544"/>
            <ac:spMk id="20" creationId="{9A1C1E97-0A1F-9969-18B0-205E127E22E7}"/>
          </ac:spMkLst>
        </pc:spChg>
        <pc:spChg chg="mod">
          <ac:chgData name="Andrew Smart" userId="220f776b-ee05-4ab6-8921-7ed8c2c1bc74" providerId="ADAL" clId="{20230CC3-9856-4A01-B6B5-34E44EAB64F5}" dt="2025-10-21T00:17:40.215" v="3095" actId="554"/>
          <ac:spMkLst>
            <pc:docMk/>
            <pc:sldMk cId="2310729260" sldId="544"/>
            <ac:spMk id="21" creationId="{BAD530F2-049E-AB4D-BE01-4D15F5103447}"/>
          </ac:spMkLst>
        </pc:spChg>
        <pc:spChg chg="mod">
          <ac:chgData name="Andrew Smart" userId="220f776b-ee05-4ab6-8921-7ed8c2c1bc74" providerId="ADAL" clId="{20230CC3-9856-4A01-B6B5-34E44EAB64F5}" dt="2025-10-21T00:17:20.709" v="3094" actId="554"/>
          <ac:spMkLst>
            <pc:docMk/>
            <pc:sldMk cId="2310729260" sldId="544"/>
            <ac:spMk id="26" creationId="{5EE0BA52-FB16-4565-1DB2-671585603721}"/>
          </ac:spMkLst>
        </pc:spChg>
        <pc:spChg chg="mod">
          <ac:chgData name="Andrew Smart" userId="220f776b-ee05-4ab6-8921-7ed8c2c1bc74" providerId="ADAL" clId="{20230CC3-9856-4A01-B6B5-34E44EAB64F5}" dt="2025-10-21T00:17:40.215" v="3095" actId="554"/>
          <ac:spMkLst>
            <pc:docMk/>
            <pc:sldMk cId="2310729260" sldId="544"/>
            <ac:spMk id="27" creationId="{A5C6786D-9BF3-F469-239C-F6CEE22FCCD8}"/>
          </ac:spMkLst>
        </pc:spChg>
        <pc:spChg chg="mod">
          <ac:chgData name="Andrew Smart" userId="220f776b-ee05-4ab6-8921-7ed8c2c1bc74" providerId="ADAL" clId="{20230CC3-9856-4A01-B6B5-34E44EAB64F5}" dt="2025-10-20T22:15:06.726" v="349" actId="6549"/>
          <ac:spMkLst>
            <pc:docMk/>
            <pc:sldMk cId="2310729260" sldId="544"/>
            <ac:spMk id="28" creationId="{3EC1A8A4-A873-ACED-0439-7359A159768C}"/>
          </ac:spMkLst>
        </pc:spChg>
        <pc:spChg chg="mod">
          <ac:chgData name="Andrew Smart" userId="220f776b-ee05-4ab6-8921-7ed8c2c1bc74" providerId="ADAL" clId="{20230CC3-9856-4A01-B6B5-34E44EAB64F5}" dt="2025-10-20T22:15:12.031" v="351" actId="6549"/>
          <ac:spMkLst>
            <pc:docMk/>
            <pc:sldMk cId="2310729260" sldId="544"/>
            <ac:spMk id="29" creationId="{59CD42C1-F43C-A87F-16DD-2CADBF43FA6D}"/>
          </ac:spMkLst>
        </pc:spChg>
        <pc:spChg chg="mod">
          <ac:chgData name="Andrew Smart" userId="220f776b-ee05-4ab6-8921-7ed8c2c1bc74" providerId="ADAL" clId="{20230CC3-9856-4A01-B6B5-34E44EAB64F5}" dt="2025-10-20T22:15:16.070" v="352" actId="6549"/>
          <ac:spMkLst>
            <pc:docMk/>
            <pc:sldMk cId="2310729260" sldId="544"/>
            <ac:spMk id="30" creationId="{33BDFEAA-AA8A-6F37-9665-CB2E1F01DD52}"/>
          </ac:spMkLst>
        </pc:spChg>
        <pc:spChg chg="mod">
          <ac:chgData name="Andrew Smart" userId="220f776b-ee05-4ab6-8921-7ed8c2c1bc74" providerId="ADAL" clId="{20230CC3-9856-4A01-B6B5-34E44EAB64F5}" dt="2025-10-20T22:15:19.172" v="353" actId="6549"/>
          <ac:spMkLst>
            <pc:docMk/>
            <pc:sldMk cId="2310729260" sldId="544"/>
            <ac:spMk id="31" creationId="{3588C576-DA3E-1F7F-57A7-C553E81A6019}"/>
          </ac:spMkLst>
        </pc:spChg>
        <pc:spChg chg="mod">
          <ac:chgData name="Andrew Smart" userId="220f776b-ee05-4ab6-8921-7ed8c2c1bc74" providerId="ADAL" clId="{20230CC3-9856-4A01-B6B5-34E44EAB64F5}" dt="2025-10-21T00:17:47.753" v="3096" actId="465"/>
          <ac:spMkLst>
            <pc:docMk/>
            <pc:sldMk cId="2310729260" sldId="544"/>
            <ac:spMk id="32" creationId="{A3DD243D-8A97-DC12-D348-F6EF6D85619D}"/>
          </ac:spMkLst>
        </pc:spChg>
        <pc:spChg chg="mod">
          <ac:chgData name="Andrew Smart" userId="220f776b-ee05-4ab6-8921-7ed8c2c1bc74" providerId="ADAL" clId="{20230CC3-9856-4A01-B6B5-34E44EAB64F5}" dt="2025-10-21T00:17:53.680" v="3097" actId="465"/>
          <ac:spMkLst>
            <pc:docMk/>
            <pc:sldMk cId="2310729260" sldId="544"/>
            <ac:spMk id="33" creationId="{70D418AC-025B-F668-11C1-24D049141EBB}"/>
          </ac:spMkLst>
        </pc:spChg>
        <pc:spChg chg="mod">
          <ac:chgData name="Andrew Smart" userId="220f776b-ee05-4ab6-8921-7ed8c2c1bc74" providerId="ADAL" clId="{20230CC3-9856-4A01-B6B5-34E44EAB64F5}" dt="2025-10-20T22:14:40.621" v="340" actId="6549"/>
          <ac:spMkLst>
            <pc:docMk/>
            <pc:sldMk cId="2310729260" sldId="544"/>
            <ac:spMk id="34" creationId="{06CDEB67-5FD9-4CAE-41CA-75B6A0A0DD8F}"/>
          </ac:spMkLst>
        </pc:spChg>
        <pc:spChg chg="mod">
          <ac:chgData name="Andrew Smart" userId="220f776b-ee05-4ab6-8921-7ed8c2c1bc74" providerId="ADAL" clId="{20230CC3-9856-4A01-B6B5-34E44EAB64F5}" dt="2025-10-20T22:15:01.187" v="348" actId="6549"/>
          <ac:spMkLst>
            <pc:docMk/>
            <pc:sldMk cId="2310729260" sldId="544"/>
            <ac:spMk id="35" creationId="{4E569EE3-C337-9FA4-AE71-D34AF898142A}"/>
          </ac:spMkLst>
        </pc:spChg>
        <pc:spChg chg="mod">
          <ac:chgData name="Andrew Smart" userId="220f776b-ee05-4ab6-8921-7ed8c2c1bc74" providerId="ADAL" clId="{20230CC3-9856-4A01-B6B5-34E44EAB64F5}" dt="2025-10-20T22:15:08.997" v="350" actId="6549"/>
          <ac:spMkLst>
            <pc:docMk/>
            <pc:sldMk cId="2310729260" sldId="544"/>
            <ac:spMk id="36" creationId="{0E494E8F-46CC-3FC2-C61A-932BEF242E73}"/>
          </ac:spMkLst>
        </pc:spChg>
        <pc:spChg chg="mod">
          <ac:chgData name="Andrew Smart" userId="220f776b-ee05-4ab6-8921-7ed8c2c1bc74" providerId="ADAL" clId="{20230CC3-9856-4A01-B6B5-34E44EAB64F5}" dt="2025-10-20T22:14:05.879" v="332" actId="6549"/>
          <ac:spMkLst>
            <pc:docMk/>
            <pc:sldMk cId="2310729260" sldId="544"/>
            <ac:spMk id="37" creationId="{F622285F-FBA6-65F6-A45A-A8965587C557}"/>
          </ac:spMkLst>
        </pc:spChg>
        <pc:spChg chg="mod">
          <ac:chgData name="Andrew Smart" userId="220f776b-ee05-4ab6-8921-7ed8c2c1bc74" providerId="ADAL" clId="{20230CC3-9856-4A01-B6B5-34E44EAB64F5}" dt="2025-10-20T22:14:03.742" v="331" actId="6549"/>
          <ac:spMkLst>
            <pc:docMk/>
            <pc:sldMk cId="2310729260" sldId="544"/>
            <ac:spMk id="38" creationId="{CB070C67-DDF5-5688-FF06-637B673A492C}"/>
          </ac:spMkLst>
        </pc:spChg>
        <pc:spChg chg="mod">
          <ac:chgData name="Andrew Smart" userId="220f776b-ee05-4ab6-8921-7ed8c2c1bc74" providerId="ADAL" clId="{20230CC3-9856-4A01-B6B5-34E44EAB64F5}" dt="2025-10-20T22:06:32.402" v="41" actId="5793"/>
          <ac:spMkLst>
            <pc:docMk/>
            <pc:sldMk cId="2310729260" sldId="544"/>
            <ac:spMk id="39" creationId="{94F616C5-6BB3-D607-9BF2-A0763395D0EC}"/>
          </ac:spMkLst>
        </pc:spChg>
        <pc:spChg chg="mod">
          <ac:chgData name="Andrew Smart" userId="220f776b-ee05-4ab6-8921-7ed8c2c1bc74" providerId="ADAL" clId="{20230CC3-9856-4A01-B6B5-34E44EAB64F5}" dt="2025-10-20T22:14:07.857" v="333" actId="6549"/>
          <ac:spMkLst>
            <pc:docMk/>
            <pc:sldMk cId="2310729260" sldId="544"/>
            <ac:spMk id="40" creationId="{0552E8F8-94F8-5D41-F9F3-00C4C6080E0B}"/>
          </ac:spMkLst>
        </pc:spChg>
        <pc:cxnChg chg="add mod">
          <ac:chgData name="Andrew Smart" userId="220f776b-ee05-4ab6-8921-7ed8c2c1bc74" providerId="ADAL" clId="{20230CC3-9856-4A01-B6B5-34E44EAB64F5}" dt="2025-10-21T00:18:26.951" v="3098" actId="14100"/>
          <ac:cxnSpMkLst>
            <pc:docMk/>
            <pc:sldMk cId="2310729260" sldId="544"/>
            <ac:cxnSpMk id="2" creationId="{C96F4016-9F17-2E0D-577E-D4C9E37906D6}"/>
          </ac:cxnSpMkLst>
        </pc:cxnChg>
        <pc:cxnChg chg="add mod">
          <ac:chgData name="Andrew Smart" userId="220f776b-ee05-4ab6-8921-7ed8c2c1bc74" providerId="ADAL" clId="{20230CC3-9856-4A01-B6B5-34E44EAB64F5}" dt="2025-10-21T00:18:33.664" v="3099" actId="14100"/>
          <ac:cxnSpMkLst>
            <pc:docMk/>
            <pc:sldMk cId="2310729260" sldId="544"/>
            <ac:cxnSpMk id="24" creationId="{BEABE278-513F-1E1E-4D92-EE8D80FFDDD4}"/>
          </ac:cxnSpMkLst>
        </pc:cxnChg>
      </pc:sldChg>
      <pc:sldChg chg="addSp delSp modSp add mod">
        <pc:chgData name="Andrew Smart" userId="220f776b-ee05-4ab6-8921-7ed8c2c1bc74" providerId="ADAL" clId="{20230CC3-9856-4A01-B6B5-34E44EAB64F5}" dt="2025-10-21T00:19:18.788" v="3103" actId="465"/>
        <pc:sldMkLst>
          <pc:docMk/>
          <pc:sldMk cId="3723653525" sldId="545"/>
        </pc:sldMkLst>
        <pc:spChg chg="mod">
          <ac:chgData name="Andrew Smart" userId="220f776b-ee05-4ab6-8921-7ed8c2c1bc74" providerId="ADAL" clId="{20230CC3-9856-4A01-B6B5-34E44EAB64F5}" dt="2025-10-21T00:03:42.258" v="2705" actId="20577"/>
          <ac:spMkLst>
            <pc:docMk/>
            <pc:sldMk cId="3723653525" sldId="545"/>
            <ac:spMk id="3" creationId="{A54D0981-294B-41EB-C236-71553F49633E}"/>
          </ac:spMkLst>
        </pc:spChg>
        <pc:spChg chg="mod">
          <ac:chgData name="Andrew Smart" userId="220f776b-ee05-4ab6-8921-7ed8c2c1bc74" providerId="ADAL" clId="{20230CC3-9856-4A01-B6B5-34E44EAB64F5}" dt="2025-10-21T00:18:50.135" v="3100" actId="554"/>
          <ac:spMkLst>
            <pc:docMk/>
            <pc:sldMk cId="3723653525" sldId="545"/>
            <ac:spMk id="4" creationId="{91493B23-4C96-157C-1744-01D721581403}"/>
          </ac:spMkLst>
        </pc:spChg>
        <pc:spChg chg="mod">
          <ac:chgData name="Andrew Smart" userId="220f776b-ee05-4ab6-8921-7ed8c2c1bc74" providerId="ADAL" clId="{20230CC3-9856-4A01-B6B5-34E44EAB64F5}" dt="2025-10-21T00:18:50.135" v="3100" actId="554"/>
          <ac:spMkLst>
            <pc:docMk/>
            <pc:sldMk cId="3723653525" sldId="545"/>
            <ac:spMk id="5" creationId="{9B36BEF2-8AFA-4A9E-EA03-DB39F5F199B6}"/>
          </ac:spMkLst>
        </pc:spChg>
        <pc:spChg chg="mod">
          <ac:chgData name="Andrew Smart" userId="220f776b-ee05-4ab6-8921-7ed8c2c1bc74" providerId="ADAL" clId="{20230CC3-9856-4A01-B6B5-34E44EAB64F5}" dt="2025-10-21T00:18:50.135" v="3100" actId="554"/>
          <ac:spMkLst>
            <pc:docMk/>
            <pc:sldMk cId="3723653525" sldId="545"/>
            <ac:spMk id="6" creationId="{FF235FB3-15BC-599F-3ABC-2B20DE5907B1}"/>
          </ac:spMkLst>
        </pc:spChg>
        <pc:spChg chg="mod">
          <ac:chgData name="Andrew Smart" userId="220f776b-ee05-4ab6-8921-7ed8c2c1bc74" providerId="ADAL" clId="{20230CC3-9856-4A01-B6B5-34E44EAB64F5}" dt="2025-10-21T00:18:50.135" v="3100" actId="554"/>
          <ac:spMkLst>
            <pc:docMk/>
            <pc:sldMk cId="3723653525" sldId="545"/>
            <ac:spMk id="7" creationId="{6AA617D2-5840-EDFB-8312-B17DCFA08E47}"/>
          </ac:spMkLst>
        </pc:spChg>
        <pc:spChg chg="mod">
          <ac:chgData name="Andrew Smart" userId="220f776b-ee05-4ab6-8921-7ed8c2c1bc74" providerId="ADAL" clId="{20230CC3-9856-4A01-B6B5-34E44EAB64F5}" dt="2025-10-21T00:18:50.135" v="3100" actId="554"/>
          <ac:spMkLst>
            <pc:docMk/>
            <pc:sldMk cId="3723653525" sldId="545"/>
            <ac:spMk id="8" creationId="{25E083A8-C8DC-4601-D49E-4E5EB6A8754E}"/>
          </ac:spMkLst>
        </pc:spChg>
        <pc:spChg chg="mod">
          <ac:chgData name="Andrew Smart" userId="220f776b-ee05-4ab6-8921-7ed8c2c1bc74" providerId="ADAL" clId="{20230CC3-9856-4A01-B6B5-34E44EAB64F5}" dt="2025-10-21T00:18:50.135" v="3100" actId="554"/>
          <ac:spMkLst>
            <pc:docMk/>
            <pc:sldMk cId="3723653525" sldId="545"/>
            <ac:spMk id="9" creationId="{2DC27FB9-D125-1E50-1D27-B0078C66EA7D}"/>
          </ac:spMkLst>
        </pc:spChg>
        <pc:spChg chg="mod">
          <ac:chgData name="Andrew Smart" userId="220f776b-ee05-4ab6-8921-7ed8c2c1bc74" providerId="ADAL" clId="{20230CC3-9856-4A01-B6B5-34E44EAB64F5}" dt="2025-10-21T00:18:50.135" v="3100" actId="554"/>
          <ac:spMkLst>
            <pc:docMk/>
            <pc:sldMk cId="3723653525" sldId="545"/>
            <ac:spMk id="10" creationId="{2696A65E-8240-C8DA-BBFC-D4532244B043}"/>
          </ac:spMkLst>
        </pc:spChg>
        <pc:spChg chg="mod">
          <ac:chgData name="Andrew Smart" userId="220f776b-ee05-4ab6-8921-7ed8c2c1bc74" providerId="ADAL" clId="{20230CC3-9856-4A01-B6B5-34E44EAB64F5}" dt="2025-10-21T00:19:02.558" v="3101" actId="554"/>
          <ac:spMkLst>
            <pc:docMk/>
            <pc:sldMk cId="3723653525" sldId="545"/>
            <ac:spMk id="11" creationId="{C8459336-6DC2-D95E-CD71-65BC4DACCBE2}"/>
          </ac:spMkLst>
        </pc:spChg>
        <pc:spChg chg="mod">
          <ac:chgData name="Andrew Smart" userId="220f776b-ee05-4ab6-8921-7ed8c2c1bc74" providerId="ADAL" clId="{20230CC3-9856-4A01-B6B5-34E44EAB64F5}" dt="2025-10-21T00:19:02.558" v="3101" actId="554"/>
          <ac:spMkLst>
            <pc:docMk/>
            <pc:sldMk cId="3723653525" sldId="545"/>
            <ac:spMk id="12" creationId="{5EFAF5EA-7480-04AD-1F74-0F844D95B2D8}"/>
          </ac:spMkLst>
        </pc:spChg>
        <pc:spChg chg="mod">
          <ac:chgData name="Andrew Smart" userId="220f776b-ee05-4ab6-8921-7ed8c2c1bc74" providerId="ADAL" clId="{20230CC3-9856-4A01-B6B5-34E44EAB64F5}" dt="2025-10-21T00:19:02.558" v="3101" actId="554"/>
          <ac:spMkLst>
            <pc:docMk/>
            <pc:sldMk cId="3723653525" sldId="545"/>
            <ac:spMk id="13" creationId="{AB75C17B-9B7D-6C53-92D6-6CB2DD273ECB}"/>
          </ac:spMkLst>
        </pc:spChg>
        <pc:spChg chg="mod">
          <ac:chgData name="Andrew Smart" userId="220f776b-ee05-4ab6-8921-7ed8c2c1bc74" providerId="ADAL" clId="{20230CC3-9856-4A01-B6B5-34E44EAB64F5}" dt="2025-10-21T00:19:02.558" v="3101" actId="554"/>
          <ac:spMkLst>
            <pc:docMk/>
            <pc:sldMk cId="3723653525" sldId="545"/>
            <ac:spMk id="14" creationId="{690CD3EC-3AF4-04DF-AC62-6870F6955DA5}"/>
          </ac:spMkLst>
        </pc:spChg>
        <pc:spChg chg="mod">
          <ac:chgData name="Andrew Smart" userId="220f776b-ee05-4ab6-8921-7ed8c2c1bc74" providerId="ADAL" clId="{20230CC3-9856-4A01-B6B5-34E44EAB64F5}" dt="2025-10-20T22:17:21.807" v="456" actId="5793"/>
          <ac:spMkLst>
            <pc:docMk/>
            <pc:sldMk cId="3723653525" sldId="545"/>
            <ac:spMk id="16" creationId="{3C6C6C42-6795-FD58-C248-F4FBA845239E}"/>
          </ac:spMkLst>
        </pc:spChg>
        <pc:spChg chg="mod">
          <ac:chgData name="Andrew Smart" userId="220f776b-ee05-4ab6-8921-7ed8c2c1bc74" providerId="ADAL" clId="{20230CC3-9856-4A01-B6B5-34E44EAB64F5}" dt="2025-10-21T00:19:02.558" v="3101" actId="554"/>
          <ac:spMkLst>
            <pc:docMk/>
            <pc:sldMk cId="3723653525" sldId="545"/>
            <ac:spMk id="19" creationId="{5309253A-314A-2C31-687D-72F084BEBFB4}"/>
          </ac:spMkLst>
        </pc:spChg>
        <pc:spChg chg="mod">
          <ac:chgData name="Andrew Smart" userId="220f776b-ee05-4ab6-8921-7ed8c2c1bc74" providerId="ADAL" clId="{20230CC3-9856-4A01-B6B5-34E44EAB64F5}" dt="2025-10-21T00:19:02.558" v="3101" actId="554"/>
          <ac:spMkLst>
            <pc:docMk/>
            <pc:sldMk cId="3723653525" sldId="545"/>
            <ac:spMk id="20" creationId="{2E9052EB-7E55-8E5D-A98D-92F4ABFDE45D}"/>
          </ac:spMkLst>
        </pc:spChg>
        <pc:spChg chg="mod">
          <ac:chgData name="Andrew Smart" userId="220f776b-ee05-4ab6-8921-7ed8c2c1bc74" providerId="ADAL" clId="{20230CC3-9856-4A01-B6B5-34E44EAB64F5}" dt="2025-10-21T00:19:02.558" v="3101" actId="554"/>
          <ac:spMkLst>
            <pc:docMk/>
            <pc:sldMk cId="3723653525" sldId="545"/>
            <ac:spMk id="21" creationId="{BD014B9E-4084-EBDD-FF45-10881DFF6AD9}"/>
          </ac:spMkLst>
        </pc:spChg>
        <pc:spChg chg="mod">
          <ac:chgData name="Andrew Smart" userId="220f776b-ee05-4ab6-8921-7ed8c2c1bc74" providerId="ADAL" clId="{20230CC3-9856-4A01-B6B5-34E44EAB64F5}" dt="2025-10-20T22:27:35.084" v="697" actId="12788"/>
          <ac:spMkLst>
            <pc:docMk/>
            <pc:sldMk cId="3723653525" sldId="545"/>
            <ac:spMk id="25" creationId="{91E657AC-8AD7-1CBC-16FB-7FFD035965CB}"/>
          </ac:spMkLst>
        </pc:spChg>
        <pc:spChg chg="mod">
          <ac:chgData name="Andrew Smart" userId="220f776b-ee05-4ab6-8921-7ed8c2c1bc74" providerId="ADAL" clId="{20230CC3-9856-4A01-B6B5-34E44EAB64F5}" dt="2025-10-21T00:18:50.135" v="3100" actId="554"/>
          <ac:spMkLst>
            <pc:docMk/>
            <pc:sldMk cId="3723653525" sldId="545"/>
            <ac:spMk id="26" creationId="{97CAEF83-07C2-272C-5ED6-809550C25991}"/>
          </ac:spMkLst>
        </pc:spChg>
        <pc:spChg chg="mod">
          <ac:chgData name="Andrew Smart" userId="220f776b-ee05-4ab6-8921-7ed8c2c1bc74" providerId="ADAL" clId="{20230CC3-9856-4A01-B6B5-34E44EAB64F5}" dt="2025-10-21T00:19:02.558" v="3101" actId="554"/>
          <ac:spMkLst>
            <pc:docMk/>
            <pc:sldMk cId="3723653525" sldId="545"/>
            <ac:spMk id="27" creationId="{B726E84A-C17E-87DA-3CD3-D1993293511E}"/>
          </ac:spMkLst>
        </pc:spChg>
        <pc:spChg chg="mod">
          <ac:chgData name="Andrew Smart" userId="220f776b-ee05-4ab6-8921-7ed8c2c1bc74" providerId="ADAL" clId="{20230CC3-9856-4A01-B6B5-34E44EAB64F5}" dt="2025-10-20T22:17:15.791" v="454" actId="6549"/>
          <ac:spMkLst>
            <pc:docMk/>
            <pc:sldMk cId="3723653525" sldId="545"/>
            <ac:spMk id="28" creationId="{8840DE10-9913-760B-EA62-8DF24D5C647D}"/>
          </ac:spMkLst>
        </pc:spChg>
        <pc:spChg chg="mod">
          <ac:chgData name="Andrew Smart" userId="220f776b-ee05-4ab6-8921-7ed8c2c1bc74" providerId="ADAL" clId="{20230CC3-9856-4A01-B6B5-34E44EAB64F5}" dt="2025-10-20T22:17:31.741" v="458" actId="6549"/>
          <ac:spMkLst>
            <pc:docMk/>
            <pc:sldMk cId="3723653525" sldId="545"/>
            <ac:spMk id="29" creationId="{8D6DD7D9-7084-9D70-3DD5-2839F429910D}"/>
          </ac:spMkLst>
        </pc:spChg>
        <pc:spChg chg="mod">
          <ac:chgData name="Andrew Smart" userId="220f776b-ee05-4ab6-8921-7ed8c2c1bc74" providerId="ADAL" clId="{20230CC3-9856-4A01-B6B5-34E44EAB64F5}" dt="2025-10-20T22:17:34.437" v="459" actId="6549"/>
          <ac:spMkLst>
            <pc:docMk/>
            <pc:sldMk cId="3723653525" sldId="545"/>
            <ac:spMk id="30" creationId="{9361CE2C-91D0-90E5-0BE2-E4A9B4A616BF}"/>
          </ac:spMkLst>
        </pc:spChg>
        <pc:spChg chg="mod">
          <ac:chgData name="Andrew Smart" userId="220f776b-ee05-4ab6-8921-7ed8c2c1bc74" providerId="ADAL" clId="{20230CC3-9856-4A01-B6B5-34E44EAB64F5}" dt="2025-10-20T22:17:41.873" v="471" actId="6549"/>
          <ac:spMkLst>
            <pc:docMk/>
            <pc:sldMk cId="3723653525" sldId="545"/>
            <ac:spMk id="31" creationId="{A1BE30A5-80F5-1C0E-FC90-D0BB57F3CA59}"/>
          </ac:spMkLst>
        </pc:spChg>
        <pc:spChg chg="mod">
          <ac:chgData name="Andrew Smart" userId="220f776b-ee05-4ab6-8921-7ed8c2c1bc74" providerId="ADAL" clId="{20230CC3-9856-4A01-B6B5-34E44EAB64F5}" dt="2025-10-21T00:19:11.775" v="3102" actId="465"/>
          <ac:spMkLst>
            <pc:docMk/>
            <pc:sldMk cId="3723653525" sldId="545"/>
            <ac:spMk id="32" creationId="{BE72425B-EE55-06B4-139B-95A6A09A22E8}"/>
          </ac:spMkLst>
        </pc:spChg>
        <pc:spChg chg="mod">
          <ac:chgData name="Andrew Smart" userId="220f776b-ee05-4ab6-8921-7ed8c2c1bc74" providerId="ADAL" clId="{20230CC3-9856-4A01-B6B5-34E44EAB64F5}" dt="2025-10-21T00:19:18.788" v="3103" actId="465"/>
          <ac:spMkLst>
            <pc:docMk/>
            <pc:sldMk cId="3723653525" sldId="545"/>
            <ac:spMk id="33" creationId="{792B4ABA-06DC-4175-5EF9-28132A954A48}"/>
          </ac:spMkLst>
        </pc:spChg>
        <pc:spChg chg="mod">
          <ac:chgData name="Andrew Smart" userId="220f776b-ee05-4ab6-8921-7ed8c2c1bc74" providerId="ADAL" clId="{20230CC3-9856-4A01-B6B5-34E44EAB64F5}" dt="2025-10-20T22:16:59.754" v="449" actId="20577"/>
          <ac:spMkLst>
            <pc:docMk/>
            <pc:sldMk cId="3723653525" sldId="545"/>
            <ac:spMk id="34" creationId="{0F6859C4-8D5B-66F4-CA20-0C772EB9DF54}"/>
          </ac:spMkLst>
        </pc:spChg>
        <pc:spChg chg="mod">
          <ac:chgData name="Andrew Smart" userId="220f776b-ee05-4ab6-8921-7ed8c2c1bc74" providerId="ADAL" clId="{20230CC3-9856-4A01-B6B5-34E44EAB64F5}" dt="2025-10-20T22:17:12.261" v="453" actId="6549"/>
          <ac:spMkLst>
            <pc:docMk/>
            <pc:sldMk cId="3723653525" sldId="545"/>
            <ac:spMk id="35" creationId="{FC3918CB-A1DB-41B1-4355-979A6EE03DED}"/>
          </ac:spMkLst>
        </pc:spChg>
        <pc:spChg chg="mod">
          <ac:chgData name="Andrew Smart" userId="220f776b-ee05-4ab6-8921-7ed8c2c1bc74" providerId="ADAL" clId="{20230CC3-9856-4A01-B6B5-34E44EAB64F5}" dt="2025-10-20T22:21:26.068" v="507" actId="20577"/>
          <ac:spMkLst>
            <pc:docMk/>
            <pc:sldMk cId="3723653525" sldId="545"/>
            <ac:spMk id="36" creationId="{EBB855ED-32FE-4251-0AA7-C711AC88985B}"/>
          </ac:spMkLst>
        </pc:spChg>
        <pc:spChg chg="mod">
          <ac:chgData name="Andrew Smart" userId="220f776b-ee05-4ab6-8921-7ed8c2c1bc74" providerId="ADAL" clId="{20230CC3-9856-4A01-B6B5-34E44EAB64F5}" dt="2025-10-20T22:17:26.269" v="457" actId="6549"/>
          <ac:spMkLst>
            <pc:docMk/>
            <pc:sldMk cId="3723653525" sldId="545"/>
            <ac:spMk id="39" creationId="{3F301737-FC09-34CF-CE31-0771B6A94AEB}"/>
          </ac:spMkLst>
        </pc:spChg>
        <pc:spChg chg="mod">
          <ac:chgData name="Andrew Smart" userId="220f776b-ee05-4ab6-8921-7ed8c2c1bc74" providerId="ADAL" clId="{20230CC3-9856-4A01-B6B5-34E44EAB64F5}" dt="2025-10-20T22:30:22.412" v="724" actId="1076"/>
          <ac:spMkLst>
            <pc:docMk/>
            <pc:sldMk cId="3723653525" sldId="545"/>
            <ac:spMk id="40" creationId="{2E688DD2-E1F6-0CAC-31C8-0EDE79029B20}"/>
          </ac:spMkLst>
        </pc:spChg>
        <pc:spChg chg="add mod">
          <ac:chgData name="Andrew Smart" userId="220f776b-ee05-4ab6-8921-7ed8c2c1bc74" providerId="ADAL" clId="{20230CC3-9856-4A01-B6B5-34E44EAB64F5}" dt="2025-10-20T22:29:27.736" v="713" actId="2085"/>
          <ac:spMkLst>
            <pc:docMk/>
            <pc:sldMk cId="3723653525" sldId="545"/>
            <ac:spMk id="54" creationId="{34B91B64-5795-2CF4-B87C-51BF9C307B04}"/>
          </ac:spMkLst>
        </pc:spChg>
        <pc:spChg chg="add mod">
          <ac:chgData name="Andrew Smart" userId="220f776b-ee05-4ab6-8921-7ed8c2c1bc74" providerId="ADAL" clId="{20230CC3-9856-4A01-B6B5-34E44EAB64F5}" dt="2025-10-20T22:29:54.129" v="717" actId="2085"/>
          <ac:spMkLst>
            <pc:docMk/>
            <pc:sldMk cId="3723653525" sldId="545"/>
            <ac:spMk id="55" creationId="{94BDF0AB-CB9A-F764-28E8-83EDCAF53A78}"/>
          </ac:spMkLst>
        </pc:spChg>
        <pc:spChg chg="add mod">
          <ac:chgData name="Andrew Smart" userId="220f776b-ee05-4ab6-8921-7ed8c2c1bc74" providerId="ADAL" clId="{20230CC3-9856-4A01-B6B5-34E44EAB64F5}" dt="2025-10-20T22:29:12.947" v="712" actId="2085"/>
          <ac:spMkLst>
            <pc:docMk/>
            <pc:sldMk cId="3723653525" sldId="545"/>
            <ac:spMk id="65" creationId="{C42F6401-8BF4-B82F-4736-7B68DDDE7513}"/>
          </ac:spMkLst>
        </pc:spChg>
        <pc:spChg chg="add mod">
          <ac:chgData name="Andrew Smart" userId="220f776b-ee05-4ab6-8921-7ed8c2c1bc74" providerId="ADAL" clId="{20230CC3-9856-4A01-B6B5-34E44EAB64F5}" dt="2025-10-20T22:29:37.816" v="715" actId="2085"/>
          <ac:spMkLst>
            <pc:docMk/>
            <pc:sldMk cId="3723653525" sldId="545"/>
            <ac:spMk id="66" creationId="{94C447F3-1517-ABD4-6BBF-34E1F544951E}"/>
          </ac:spMkLst>
        </pc:spChg>
        <pc:cxnChg chg="add mod">
          <ac:chgData name="Andrew Smart" userId="220f776b-ee05-4ab6-8921-7ed8c2c1bc74" providerId="ADAL" clId="{20230CC3-9856-4A01-B6B5-34E44EAB64F5}" dt="2025-10-20T22:36:08.598" v="764" actId="692"/>
          <ac:cxnSpMkLst>
            <pc:docMk/>
            <pc:sldMk cId="3723653525" sldId="545"/>
            <ac:cxnSpMk id="24" creationId="{5BCE1B14-8116-AA25-52D5-304E59716626}"/>
          </ac:cxnSpMkLst>
        </pc:cxnChg>
        <pc:cxnChg chg="add mod">
          <ac:chgData name="Andrew Smart" userId="220f776b-ee05-4ab6-8921-7ed8c2c1bc74" providerId="ADAL" clId="{20230CC3-9856-4A01-B6B5-34E44EAB64F5}" dt="2025-10-20T22:36:08.598" v="764" actId="692"/>
          <ac:cxnSpMkLst>
            <pc:docMk/>
            <pc:sldMk cId="3723653525" sldId="545"/>
            <ac:cxnSpMk id="46" creationId="{2B8F7EE5-5931-5558-DF9C-80C6830BB17E}"/>
          </ac:cxnSpMkLst>
        </pc:cxnChg>
        <pc:cxnChg chg="add mod">
          <ac:chgData name="Andrew Smart" userId="220f776b-ee05-4ab6-8921-7ed8c2c1bc74" providerId="ADAL" clId="{20230CC3-9856-4A01-B6B5-34E44EAB64F5}" dt="2025-10-20T22:36:08.598" v="764" actId="692"/>
          <ac:cxnSpMkLst>
            <pc:docMk/>
            <pc:sldMk cId="3723653525" sldId="545"/>
            <ac:cxnSpMk id="57" creationId="{25F3D14F-D302-4BFA-DEE6-E6B3982C7018}"/>
          </ac:cxnSpMkLst>
        </pc:cxnChg>
        <pc:cxnChg chg="add mod">
          <ac:chgData name="Andrew Smart" userId="220f776b-ee05-4ab6-8921-7ed8c2c1bc74" providerId="ADAL" clId="{20230CC3-9856-4A01-B6B5-34E44EAB64F5}" dt="2025-10-20T22:36:08.598" v="764" actId="692"/>
          <ac:cxnSpMkLst>
            <pc:docMk/>
            <pc:sldMk cId="3723653525" sldId="545"/>
            <ac:cxnSpMk id="61" creationId="{E0735A23-0724-A235-D8A5-66089E9AF555}"/>
          </ac:cxnSpMkLst>
        </pc:cxnChg>
        <pc:cxnChg chg="add mod">
          <ac:chgData name="Andrew Smart" userId="220f776b-ee05-4ab6-8921-7ed8c2c1bc74" providerId="ADAL" clId="{20230CC3-9856-4A01-B6B5-34E44EAB64F5}" dt="2025-10-20T22:36:08.598" v="764" actId="692"/>
          <ac:cxnSpMkLst>
            <pc:docMk/>
            <pc:sldMk cId="3723653525" sldId="545"/>
            <ac:cxnSpMk id="64" creationId="{D134BD1D-E332-7898-6C7A-5BBF4DFE6B1A}"/>
          </ac:cxnSpMkLst>
        </pc:cxnChg>
        <pc:cxnChg chg="add mod">
          <ac:chgData name="Andrew Smart" userId="220f776b-ee05-4ab6-8921-7ed8c2c1bc74" providerId="ADAL" clId="{20230CC3-9856-4A01-B6B5-34E44EAB64F5}" dt="2025-10-20T22:36:13.329" v="769" actId="692"/>
          <ac:cxnSpMkLst>
            <pc:docMk/>
            <pc:sldMk cId="3723653525" sldId="545"/>
            <ac:cxnSpMk id="69" creationId="{AD85BA47-7FB4-3A4D-699C-AE171AEF4C68}"/>
          </ac:cxnSpMkLst>
        </pc:cxnChg>
      </pc:sldChg>
      <pc:sldChg chg="addSp delSp modSp add mod">
        <pc:chgData name="Andrew Smart" userId="220f776b-ee05-4ab6-8921-7ed8c2c1bc74" providerId="ADAL" clId="{20230CC3-9856-4A01-B6B5-34E44EAB64F5}" dt="2025-10-21T00:15:24.882" v="3089" actId="465"/>
        <pc:sldMkLst>
          <pc:docMk/>
          <pc:sldMk cId="2545205" sldId="546"/>
        </pc:sldMkLst>
        <pc:spChg chg="mod">
          <ac:chgData name="Andrew Smart" userId="220f776b-ee05-4ab6-8921-7ed8c2c1bc74" providerId="ADAL" clId="{20230CC3-9856-4A01-B6B5-34E44EAB64F5}" dt="2025-10-21T00:09:04.446" v="3003" actId="242"/>
          <ac:spMkLst>
            <pc:docMk/>
            <pc:sldMk cId="2545205" sldId="546"/>
            <ac:spMk id="3" creationId="{11D7FDDE-A09F-A8A3-7275-DA0D05C7A7C2}"/>
          </ac:spMkLst>
        </pc:spChg>
        <pc:spChg chg="mod">
          <ac:chgData name="Andrew Smart" userId="220f776b-ee05-4ab6-8921-7ed8c2c1bc74" providerId="ADAL" clId="{20230CC3-9856-4A01-B6B5-34E44EAB64F5}" dt="2025-10-21T00:14:13.837" v="3085" actId="554"/>
          <ac:spMkLst>
            <pc:docMk/>
            <pc:sldMk cId="2545205" sldId="546"/>
            <ac:spMk id="4" creationId="{4F36193D-7ED6-32A2-255C-47FBA904C3AE}"/>
          </ac:spMkLst>
        </pc:spChg>
        <pc:spChg chg="mod">
          <ac:chgData name="Andrew Smart" userId="220f776b-ee05-4ab6-8921-7ed8c2c1bc74" providerId="ADAL" clId="{20230CC3-9856-4A01-B6B5-34E44EAB64F5}" dt="2025-10-21T00:14:17.842" v="3086" actId="408"/>
          <ac:spMkLst>
            <pc:docMk/>
            <pc:sldMk cId="2545205" sldId="546"/>
            <ac:spMk id="5" creationId="{D0A1C43C-DDE8-B9CB-12D6-336112B44DDE}"/>
          </ac:spMkLst>
        </pc:spChg>
        <pc:spChg chg="mod">
          <ac:chgData name="Andrew Smart" userId="220f776b-ee05-4ab6-8921-7ed8c2c1bc74" providerId="ADAL" clId="{20230CC3-9856-4A01-B6B5-34E44EAB64F5}" dt="2025-10-21T00:14:17.842" v="3086" actId="408"/>
          <ac:spMkLst>
            <pc:docMk/>
            <pc:sldMk cId="2545205" sldId="546"/>
            <ac:spMk id="6" creationId="{0B9F2962-4373-45DE-1B74-2B1000E9F1FF}"/>
          </ac:spMkLst>
        </pc:spChg>
        <pc:spChg chg="mod">
          <ac:chgData name="Andrew Smart" userId="220f776b-ee05-4ab6-8921-7ed8c2c1bc74" providerId="ADAL" clId="{20230CC3-9856-4A01-B6B5-34E44EAB64F5}" dt="2025-10-21T00:14:17.842" v="3086" actId="408"/>
          <ac:spMkLst>
            <pc:docMk/>
            <pc:sldMk cId="2545205" sldId="546"/>
            <ac:spMk id="7" creationId="{5098CAE2-9137-9C7D-96C5-28AF527FA9D0}"/>
          </ac:spMkLst>
        </pc:spChg>
        <pc:spChg chg="mod">
          <ac:chgData name="Andrew Smart" userId="220f776b-ee05-4ab6-8921-7ed8c2c1bc74" providerId="ADAL" clId="{20230CC3-9856-4A01-B6B5-34E44EAB64F5}" dt="2025-10-21T00:14:17.842" v="3086" actId="408"/>
          <ac:spMkLst>
            <pc:docMk/>
            <pc:sldMk cId="2545205" sldId="546"/>
            <ac:spMk id="8" creationId="{4A4A0D12-80C5-2469-6412-7338F41A7E68}"/>
          </ac:spMkLst>
        </pc:spChg>
        <pc:spChg chg="mod">
          <ac:chgData name="Andrew Smart" userId="220f776b-ee05-4ab6-8921-7ed8c2c1bc74" providerId="ADAL" clId="{20230CC3-9856-4A01-B6B5-34E44EAB64F5}" dt="2025-10-21T00:14:17.842" v="3086" actId="408"/>
          <ac:spMkLst>
            <pc:docMk/>
            <pc:sldMk cId="2545205" sldId="546"/>
            <ac:spMk id="9" creationId="{1A931EF2-F086-CECF-1180-0D55985F487F}"/>
          </ac:spMkLst>
        </pc:spChg>
        <pc:spChg chg="mod">
          <ac:chgData name="Andrew Smart" userId="220f776b-ee05-4ab6-8921-7ed8c2c1bc74" providerId="ADAL" clId="{20230CC3-9856-4A01-B6B5-34E44EAB64F5}" dt="2025-10-21T00:14:13.837" v="3085" actId="554"/>
          <ac:spMkLst>
            <pc:docMk/>
            <pc:sldMk cId="2545205" sldId="546"/>
            <ac:spMk id="10" creationId="{8231E865-0504-A7C3-7874-1E7527933758}"/>
          </ac:spMkLst>
        </pc:spChg>
        <pc:spChg chg="mod">
          <ac:chgData name="Andrew Smart" userId="220f776b-ee05-4ab6-8921-7ed8c2c1bc74" providerId="ADAL" clId="{20230CC3-9856-4A01-B6B5-34E44EAB64F5}" dt="2025-10-21T00:14:46.893" v="3087" actId="554"/>
          <ac:spMkLst>
            <pc:docMk/>
            <pc:sldMk cId="2545205" sldId="546"/>
            <ac:spMk id="11" creationId="{37F26352-FE3A-8F98-AE5E-FD9F5981FA35}"/>
          </ac:spMkLst>
        </pc:spChg>
        <pc:spChg chg="mod">
          <ac:chgData name="Andrew Smart" userId="220f776b-ee05-4ab6-8921-7ed8c2c1bc74" providerId="ADAL" clId="{20230CC3-9856-4A01-B6B5-34E44EAB64F5}" dt="2025-10-21T00:14:46.893" v="3087" actId="554"/>
          <ac:spMkLst>
            <pc:docMk/>
            <pc:sldMk cId="2545205" sldId="546"/>
            <ac:spMk id="12" creationId="{1068C7C2-65E6-F84B-FE1E-E854C01BEF80}"/>
          </ac:spMkLst>
        </pc:spChg>
        <pc:spChg chg="mod">
          <ac:chgData name="Andrew Smart" userId="220f776b-ee05-4ab6-8921-7ed8c2c1bc74" providerId="ADAL" clId="{20230CC3-9856-4A01-B6B5-34E44EAB64F5}" dt="2025-10-21T00:14:46.893" v="3087" actId="554"/>
          <ac:spMkLst>
            <pc:docMk/>
            <pc:sldMk cId="2545205" sldId="546"/>
            <ac:spMk id="13" creationId="{567BE165-01A4-FB19-C708-36276ACB4713}"/>
          </ac:spMkLst>
        </pc:spChg>
        <pc:spChg chg="mod">
          <ac:chgData name="Andrew Smart" userId="220f776b-ee05-4ab6-8921-7ed8c2c1bc74" providerId="ADAL" clId="{20230CC3-9856-4A01-B6B5-34E44EAB64F5}" dt="2025-10-21T00:14:46.893" v="3087" actId="554"/>
          <ac:spMkLst>
            <pc:docMk/>
            <pc:sldMk cId="2545205" sldId="546"/>
            <ac:spMk id="14" creationId="{7BC78CC8-B777-C502-ADE7-4F72E63F2085}"/>
          </ac:spMkLst>
        </pc:spChg>
        <pc:spChg chg="mod">
          <ac:chgData name="Andrew Smart" userId="220f776b-ee05-4ab6-8921-7ed8c2c1bc74" providerId="ADAL" clId="{20230CC3-9856-4A01-B6B5-34E44EAB64F5}" dt="2025-10-20T22:52:56.586" v="1078" actId="20577"/>
          <ac:spMkLst>
            <pc:docMk/>
            <pc:sldMk cId="2545205" sldId="546"/>
            <ac:spMk id="15" creationId="{19C4EBAA-EA0C-32FF-1931-FDAB7B1D3E52}"/>
          </ac:spMkLst>
        </pc:spChg>
        <pc:spChg chg="mod">
          <ac:chgData name="Andrew Smart" userId="220f776b-ee05-4ab6-8921-7ed8c2c1bc74" providerId="ADAL" clId="{20230CC3-9856-4A01-B6B5-34E44EAB64F5}" dt="2025-10-20T22:52:23.881" v="1070" actId="6549"/>
          <ac:spMkLst>
            <pc:docMk/>
            <pc:sldMk cId="2545205" sldId="546"/>
            <ac:spMk id="16" creationId="{F9547AD4-CC03-18B0-F101-90F22D28C657}"/>
          </ac:spMkLst>
        </pc:spChg>
        <pc:spChg chg="mod">
          <ac:chgData name="Andrew Smart" userId="220f776b-ee05-4ab6-8921-7ed8c2c1bc74" providerId="ADAL" clId="{20230CC3-9856-4A01-B6B5-34E44EAB64F5}" dt="2025-10-20T22:52:52.456" v="1077" actId="20577"/>
          <ac:spMkLst>
            <pc:docMk/>
            <pc:sldMk cId="2545205" sldId="546"/>
            <ac:spMk id="17" creationId="{11231ACA-E417-6483-6408-FF27E475F78F}"/>
          </ac:spMkLst>
        </pc:spChg>
        <pc:spChg chg="mod">
          <ac:chgData name="Andrew Smart" userId="220f776b-ee05-4ab6-8921-7ed8c2c1bc74" providerId="ADAL" clId="{20230CC3-9856-4A01-B6B5-34E44EAB64F5}" dt="2025-10-21T00:14:46.893" v="3087" actId="554"/>
          <ac:spMkLst>
            <pc:docMk/>
            <pc:sldMk cId="2545205" sldId="546"/>
            <ac:spMk id="19" creationId="{0975F7E5-2BE1-6A6B-733D-236B86CEE9F4}"/>
          </ac:spMkLst>
        </pc:spChg>
        <pc:spChg chg="mod">
          <ac:chgData name="Andrew Smart" userId="220f776b-ee05-4ab6-8921-7ed8c2c1bc74" providerId="ADAL" clId="{20230CC3-9856-4A01-B6B5-34E44EAB64F5}" dt="2025-10-21T00:14:46.893" v="3087" actId="554"/>
          <ac:spMkLst>
            <pc:docMk/>
            <pc:sldMk cId="2545205" sldId="546"/>
            <ac:spMk id="20" creationId="{CC27F755-7167-4FA1-548B-73FC970EAF8C}"/>
          </ac:spMkLst>
        </pc:spChg>
        <pc:spChg chg="mod">
          <ac:chgData name="Andrew Smart" userId="220f776b-ee05-4ab6-8921-7ed8c2c1bc74" providerId="ADAL" clId="{20230CC3-9856-4A01-B6B5-34E44EAB64F5}" dt="2025-10-21T00:14:46.893" v="3087" actId="554"/>
          <ac:spMkLst>
            <pc:docMk/>
            <pc:sldMk cId="2545205" sldId="546"/>
            <ac:spMk id="21" creationId="{7774EFC3-CF6C-2869-1BF1-6DE91AB082FA}"/>
          </ac:spMkLst>
        </pc:spChg>
        <pc:spChg chg="mod">
          <ac:chgData name="Andrew Smart" userId="220f776b-ee05-4ab6-8921-7ed8c2c1bc74" providerId="ADAL" clId="{20230CC3-9856-4A01-B6B5-34E44EAB64F5}" dt="2025-10-20T22:54:20.112" v="1087" actId="12789"/>
          <ac:spMkLst>
            <pc:docMk/>
            <pc:sldMk cId="2545205" sldId="546"/>
            <ac:spMk id="25" creationId="{BB635711-AD31-2FDD-952A-CE8DFC4166ED}"/>
          </ac:spMkLst>
        </pc:spChg>
        <pc:spChg chg="mod">
          <ac:chgData name="Andrew Smart" userId="220f776b-ee05-4ab6-8921-7ed8c2c1bc74" providerId="ADAL" clId="{20230CC3-9856-4A01-B6B5-34E44EAB64F5}" dt="2025-10-21T00:14:17.842" v="3086" actId="408"/>
          <ac:spMkLst>
            <pc:docMk/>
            <pc:sldMk cId="2545205" sldId="546"/>
            <ac:spMk id="26" creationId="{C3E764B6-3CBD-E108-E310-3550DD332A40}"/>
          </ac:spMkLst>
        </pc:spChg>
        <pc:spChg chg="mod">
          <ac:chgData name="Andrew Smart" userId="220f776b-ee05-4ab6-8921-7ed8c2c1bc74" providerId="ADAL" clId="{20230CC3-9856-4A01-B6B5-34E44EAB64F5}" dt="2025-10-21T00:14:46.893" v="3087" actId="554"/>
          <ac:spMkLst>
            <pc:docMk/>
            <pc:sldMk cId="2545205" sldId="546"/>
            <ac:spMk id="27" creationId="{D98ED86D-E2DF-F90F-571B-F2CA350CC8AF}"/>
          </ac:spMkLst>
        </pc:spChg>
        <pc:spChg chg="mod">
          <ac:chgData name="Andrew Smart" userId="220f776b-ee05-4ab6-8921-7ed8c2c1bc74" providerId="ADAL" clId="{20230CC3-9856-4A01-B6B5-34E44EAB64F5}" dt="2025-10-20T23:11:02.763" v="1675" actId="554"/>
          <ac:spMkLst>
            <pc:docMk/>
            <pc:sldMk cId="2545205" sldId="546"/>
            <ac:spMk id="31" creationId="{0AD26876-A6D5-03D4-85A4-C32D190A8B52}"/>
          </ac:spMkLst>
        </pc:spChg>
        <pc:spChg chg="mod">
          <ac:chgData name="Andrew Smart" userId="220f776b-ee05-4ab6-8921-7ed8c2c1bc74" providerId="ADAL" clId="{20230CC3-9856-4A01-B6B5-34E44EAB64F5}" dt="2025-10-21T00:15:17.036" v="3088" actId="465"/>
          <ac:spMkLst>
            <pc:docMk/>
            <pc:sldMk cId="2545205" sldId="546"/>
            <ac:spMk id="32" creationId="{7E2DB28F-D393-7E07-77DC-47BB514B689F}"/>
          </ac:spMkLst>
        </pc:spChg>
        <pc:spChg chg="mod">
          <ac:chgData name="Andrew Smart" userId="220f776b-ee05-4ab6-8921-7ed8c2c1bc74" providerId="ADAL" clId="{20230CC3-9856-4A01-B6B5-34E44EAB64F5}" dt="2025-10-21T00:15:24.882" v="3089" actId="465"/>
          <ac:spMkLst>
            <pc:docMk/>
            <pc:sldMk cId="2545205" sldId="546"/>
            <ac:spMk id="33" creationId="{7CD5331E-DF62-8B3F-5C17-53C74116B122}"/>
          </ac:spMkLst>
        </pc:spChg>
        <pc:spChg chg="mod">
          <ac:chgData name="Andrew Smart" userId="220f776b-ee05-4ab6-8921-7ed8c2c1bc74" providerId="ADAL" clId="{20230CC3-9856-4A01-B6B5-34E44EAB64F5}" dt="2025-10-20T22:52:28.064" v="1071" actId="6549"/>
          <ac:spMkLst>
            <pc:docMk/>
            <pc:sldMk cId="2545205" sldId="546"/>
            <ac:spMk id="39" creationId="{4AA63AA1-A49E-4E56-9834-327C7FFB528E}"/>
          </ac:spMkLst>
        </pc:spChg>
        <pc:spChg chg="mod">
          <ac:chgData name="Andrew Smart" userId="220f776b-ee05-4ab6-8921-7ed8c2c1bc74" providerId="ADAL" clId="{20230CC3-9856-4A01-B6B5-34E44EAB64F5}" dt="2025-10-20T23:14:15.506" v="1792" actId="12789"/>
          <ac:spMkLst>
            <pc:docMk/>
            <pc:sldMk cId="2545205" sldId="546"/>
            <ac:spMk id="42" creationId="{0E516F99-2BB7-B37B-4E45-080C9F0A2CA4}"/>
          </ac:spMkLst>
        </pc:spChg>
        <pc:spChg chg="add mod">
          <ac:chgData name="Andrew Smart" userId="220f776b-ee05-4ab6-8921-7ed8c2c1bc74" providerId="ADAL" clId="{20230CC3-9856-4A01-B6B5-34E44EAB64F5}" dt="2025-10-20T23:16:38.395" v="1859" actId="2085"/>
          <ac:spMkLst>
            <pc:docMk/>
            <pc:sldMk cId="2545205" sldId="546"/>
            <ac:spMk id="63" creationId="{78666BFC-5FA0-7121-C1B4-4E1D1A5B13D2}"/>
          </ac:spMkLst>
        </pc:spChg>
        <pc:spChg chg="add mod">
          <ac:chgData name="Andrew Smart" userId="220f776b-ee05-4ab6-8921-7ed8c2c1bc74" providerId="ADAL" clId="{20230CC3-9856-4A01-B6B5-34E44EAB64F5}" dt="2025-10-20T23:16:38.395" v="1859" actId="2085"/>
          <ac:spMkLst>
            <pc:docMk/>
            <pc:sldMk cId="2545205" sldId="546"/>
            <ac:spMk id="67" creationId="{50ABB3EE-DD5E-52BD-FD74-DB61805ECC66}"/>
          </ac:spMkLst>
        </pc:spChg>
        <pc:spChg chg="add mod">
          <ac:chgData name="Andrew Smart" userId="220f776b-ee05-4ab6-8921-7ed8c2c1bc74" providerId="ADAL" clId="{20230CC3-9856-4A01-B6B5-34E44EAB64F5}" dt="2025-10-20T23:16:38.395" v="1859" actId="2085"/>
          <ac:spMkLst>
            <pc:docMk/>
            <pc:sldMk cId="2545205" sldId="546"/>
            <ac:spMk id="75" creationId="{44120FA5-A4BF-BE95-4757-936ABA303C1B}"/>
          </ac:spMkLst>
        </pc:spChg>
        <pc:spChg chg="add mod">
          <ac:chgData name="Andrew Smart" userId="220f776b-ee05-4ab6-8921-7ed8c2c1bc74" providerId="ADAL" clId="{20230CC3-9856-4A01-B6B5-34E44EAB64F5}" dt="2025-10-20T23:16:38.395" v="1859" actId="2085"/>
          <ac:spMkLst>
            <pc:docMk/>
            <pc:sldMk cId="2545205" sldId="546"/>
            <ac:spMk id="78" creationId="{3F20C364-E981-6DC8-A38C-321245E0026D}"/>
          </ac:spMkLst>
        </pc:spChg>
        <pc:spChg chg="add mod">
          <ac:chgData name="Andrew Smart" userId="220f776b-ee05-4ab6-8921-7ed8c2c1bc74" providerId="ADAL" clId="{20230CC3-9856-4A01-B6B5-34E44EAB64F5}" dt="2025-10-20T23:16:38.395" v="1859" actId="2085"/>
          <ac:spMkLst>
            <pc:docMk/>
            <pc:sldMk cId="2545205" sldId="546"/>
            <ac:spMk id="79" creationId="{9EB5A79C-58BD-3558-D774-EB08873710E7}"/>
          </ac:spMkLst>
        </pc:spChg>
        <pc:spChg chg="add mod">
          <ac:chgData name="Andrew Smart" userId="220f776b-ee05-4ab6-8921-7ed8c2c1bc74" providerId="ADAL" clId="{20230CC3-9856-4A01-B6B5-34E44EAB64F5}" dt="2025-10-20T23:16:38.395" v="1859" actId="2085"/>
          <ac:spMkLst>
            <pc:docMk/>
            <pc:sldMk cId="2545205" sldId="546"/>
            <ac:spMk id="80" creationId="{DD3CC731-934E-5186-22D1-61939ED8CFCD}"/>
          </ac:spMkLst>
        </pc:spChg>
        <pc:cxnChg chg="add mod">
          <ac:chgData name="Andrew Smart" userId="220f776b-ee05-4ab6-8921-7ed8c2c1bc74" providerId="ADAL" clId="{20230CC3-9856-4A01-B6B5-34E44EAB64F5}" dt="2025-10-20T22:58:25.662" v="1303" actId="553"/>
          <ac:cxnSpMkLst>
            <pc:docMk/>
            <pc:sldMk cId="2545205" sldId="546"/>
            <ac:cxnSpMk id="2" creationId="{4E1E4D01-EC24-22B2-F8EA-0FBFDA577D98}"/>
          </ac:cxnSpMkLst>
        </pc:cxnChg>
        <pc:cxnChg chg="add mod">
          <ac:chgData name="Andrew Smart" userId="220f776b-ee05-4ab6-8921-7ed8c2c1bc74" providerId="ADAL" clId="{20230CC3-9856-4A01-B6B5-34E44EAB64F5}" dt="2025-10-20T22:58:25.662" v="1303" actId="553"/>
          <ac:cxnSpMkLst>
            <pc:docMk/>
            <pc:sldMk cId="2545205" sldId="546"/>
            <ac:cxnSpMk id="22" creationId="{D3CC03C9-8556-04B7-1C57-12CA806015B9}"/>
          </ac:cxnSpMkLst>
        </pc:cxnChg>
        <pc:cxnChg chg="add mod">
          <ac:chgData name="Andrew Smart" userId="220f776b-ee05-4ab6-8921-7ed8c2c1bc74" providerId="ADAL" clId="{20230CC3-9856-4A01-B6B5-34E44EAB64F5}" dt="2025-10-20T22:58:25.662" v="1303" actId="553"/>
          <ac:cxnSpMkLst>
            <pc:docMk/>
            <pc:sldMk cId="2545205" sldId="546"/>
            <ac:cxnSpMk id="23" creationId="{BBC6B938-9C06-63FA-2AB7-F3457438888B}"/>
          </ac:cxnSpMkLst>
        </pc:cxnChg>
        <pc:cxnChg chg="add mod">
          <ac:chgData name="Andrew Smart" userId="220f776b-ee05-4ab6-8921-7ed8c2c1bc74" providerId="ADAL" clId="{20230CC3-9856-4A01-B6B5-34E44EAB64F5}" dt="2025-10-20T22:58:25.662" v="1303" actId="553"/>
          <ac:cxnSpMkLst>
            <pc:docMk/>
            <pc:sldMk cId="2545205" sldId="546"/>
            <ac:cxnSpMk id="24" creationId="{60323C7E-533E-84BF-E31C-1A8ECA9FA40E}"/>
          </ac:cxnSpMkLst>
        </pc:cxnChg>
        <pc:cxnChg chg="add mod">
          <ac:chgData name="Andrew Smart" userId="220f776b-ee05-4ab6-8921-7ed8c2c1bc74" providerId="ADAL" clId="{20230CC3-9856-4A01-B6B5-34E44EAB64F5}" dt="2025-10-20T22:58:39.616" v="1304" actId="553"/>
          <ac:cxnSpMkLst>
            <pc:docMk/>
            <pc:sldMk cId="2545205" sldId="546"/>
            <ac:cxnSpMk id="43" creationId="{21D6B484-CB4D-DE6B-484B-B1A92A8E5BF0}"/>
          </ac:cxnSpMkLst>
        </pc:cxnChg>
        <pc:cxnChg chg="add mod">
          <ac:chgData name="Andrew Smart" userId="220f776b-ee05-4ab6-8921-7ed8c2c1bc74" providerId="ADAL" clId="{20230CC3-9856-4A01-B6B5-34E44EAB64F5}" dt="2025-10-20T22:58:39.616" v="1304" actId="553"/>
          <ac:cxnSpMkLst>
            <pc:docMk/>
            <pc:sldMk cId="2545205" sldId="546"/>
            <ac:cxnSpMk id="44" creationId="{065153EA-7D6F-187E-9FF3-5399CEDF6B6E}"/>
          </ac:cxnSpMkLst>
        </pc:cxnChg>
        <pc:cxnChg chg="add mod">
          <ac:chgData name="Andrew Smart" userId="220f776b-ee05-4ab6-8921-7ed8c2c1bc74" providerId="ADAL" clId="{20230CC3-9856-4A01-B6B5-34E44EAB64F5}" dt="2025-10-20T22:58:39.616" v="1304" actId="553"/>
          <ac:cxnSpMkLst>
            <pc:docMk/>
            <pc:sldMk cId="2545205" sldId="546"/>
            <ac:cxnSpMk id="45" creationId="{2907AD72-C8D6-4207-CB95-C099A0D9BDC7}"/>
          </ac:cxnSpMkLst>
        </pc:cxnChg>
        <pc:cxnChg chg="add mod">
          <ac:chgData name="Andrew Smart" userId="220f776b-ee05-4ab6-8921-7ed8c2c1bc74" providerId="ADAL" clId="{20230CC3-9856-4A01-B6B5-34E44EAB64F5}" dt="2025-10-20T22:58:39.616" v="1304" actId="553"/>
          <ac:cxnSpMkLst>
            <pc:docMk/>
            <pc:sldMk cId="2545205" sldId="546"/>
            <ac:cxnSpMk id="46" creationId="{7C2F74DF-DBC8-F8D0-CF5B-CD00C6B72C67}"/>
          </ac:cxnSpMkLst>
        </pc:cxnChg>
        <pc:cxnChg chg="add mod">
          <ac:chgData name="Andrew Smart" userId="220f776b-ee05-4ab6-8921-7ed8c2c1bc74" providerId="ADAL" clId="{20230CC3-9856-4A01-B6B5-34E44EAB64F5}" dt="2025-10-20T23:01:36.507" v="1402" actId="554"/>
          <ac:cxnSpMkLst>
            <pc:docMk/>
            <pc:sldMk cId="2545205" sldId="546"/>
            <ac:cxnSpMk id="49" creationId="{D44E01C3-35FC-A139-8D2F-7D852CA00460}"/>
          </ac:cxnSpMkLst>
        </pc:cxnChg>
        <pc:cxnChg chg="add mod">
          <ac:chgData name="Andrew Smart" userId="220f776b-ee05-4ab6-8921-7ed8c2c1bc74" providerId="ADAL" clId="{20230CC3-9856-4A01-B6B5-34E44EAB64F5}" dt="2025-10-20T22:59:56.101" v="1359" actId="1035"/>
          <ac:cxnSpMkLst>
            <pc:docMk/>
            <pc:sldMk cId="2545205" sldId="546"/>
            <ac:cxnSpMk id="50" creationId="{ACAB83D8-4ADB-62E0-D751-0EA51CBE877A}"/>
          </ac:cxnSpMkLst>
        </pc:cxnChg>
        <pc:cxnChg chg="add mod">
          <ac:chgData name="Andrew Smart" userId="220f776b-ee05-4ab6-8921-7ed8c2c1bc74" providerId="ADAL" clId="{20230CC3-9856-4A01-B6B5-34E44EAB64F5}" dt="2025-10-20T23:01:43.666" v="1403" actId="555"/>
          <ac:cxnSpMkLst>
            <pc:docMk/>
            <pc:sldMk cId="2545205" sldId="546"/>
            <ac:cxnSpMk id="51" creationId="{E2C9C108-F7E1-C595-8526-47AED25A7A7C}"/>
          </ac:cxnSpMkLst>
        </pc:cxnChg>
        <pc:cxnChg chg="add mod">
          <ac:chgData name="Andrew Smart" userId="220f776b-ee05-4ab6-8921-7ed8c2c1bc74" providerId="ADAL" clId="{20230CC3-9856-4A01-B6B5-34E44EAB64F5}" dt="2025-10-20T22:59:45.867" v="1355" actId="1035"/>
          <ac:cxnSpMkLst>
            <pc:docMk/>
            <pc:sldMk cId="2545205" sldId="546"/>
            <ac:cxnSpMk id="52" creationId="{A1555B89-09F7-6C1F-BE3D-D765CA5D5B26}"/>
          </ac:cxnSpMkLst>
        </pc:cxnChg>
        <pc:cxnChg chg="add mod">
          <ac:chgData name="Andrew Smart" userId="220f776b-ee05-4ab6-8921-7ed8c2c1bc74" providerId="ADAL" clId="{20230CC3-9856-4A01-B6B5-34E44EAB64F5}" dt="2025-10-20T23:05:16.217" v="1622" actId="552"/>
          <ac:cxnSpMkLst>
            <pc:docMk/>
            <pc:sldMk cId="2545205" sldId="546"/>
            <ac:cxnSpMk id="53" creationId="{8B0565D2-C2B2-9EAF-2A86-A97E1F426D13}"/>
          </ac:cxnSpMkLst>
        </pc:cxnChg>
        <pc:cxnChg chg="add mod">
          <ac:chgData name="Andrew Smart" userId="220f776b-ee05-4ab6-8921-7ed8c2c1bc74" providerId="ADAL" clId="{20230CC3-9856-4A01-B6B5-34E44EAB64F5}" dt="2025-10-20T23:05:16.217" v="1622" actId="552"/>
          <ac:cxnSpMkLst>
            <pc:docMk/>
            <pc:sldMk cId="2545205" sldId="546"/>
            <ac:cxnSpMk id="54" creationId="{E0BEA271-A3E3-38BD-106C-16687D69CD46}"/>
          </ac:cxnSpMkLst>
        </pc:cxnChg>
        <pc:cxnChg chg="add mod">
          <ac:chgData name="Andrew Smart" userId="220f776b-ee05-4ab6-8921-7ed8c2c1bc74" providerId="ADAL" clId="{20230CC3-9856-4A01-B6B5-34E44EAB64F5}" dt="2025-10-20T23:04:58.393" v="1619" actId="553"/>
          <ac:cxnSpMkLst>
            <pc:docMk/>
            <pc:sldMk cId="2545205" sldId="546"/>
            <ac:cxnSpMk id="55" creationId="{D1E075B8-FDF6-63CB-FF4E-BBF595F5220F}"/>
          </ac:cxnSpMkLst>
        </pc:cxnChg>
        <pc:cxnChg chg="add mod">
          <ac:chgData name="Andrew Smart" userId="220f776b-ee05-4ab6-8921-7ed8c2c1bc74" providerId="ADAL" clId="{20230CC3-9856-4A01-B6B5-34E44EAB64F5}" dt="2025-10-20T23:04:29.617" v="1587" actId="465"/>
          <ac:cxnSpMkLst>
            <pc:docMk/>
            <pc:sldMk cId="2545205" sldId="546"/>
            <ac:cxnSpMk id="56" creationId="{66836299-5CCE-5B3E-06E3-CCBEA1AEC5BE}"/>
          </ac:cxnSpMkLst>
        </pc:cxnChg>
        <pc:cxnChg chg="add mod">
          <ac:chgData name="Andrew Smart" userId="220f776b-ee05-4ab6-8921-7ed8c2c1bc74" providerId="ADAL" clId="{20230CC3-9856-4A01-B6B5-34E44EAB64F5}" dt="2025-10-20T23:04:29.617" v="1587" actId="465"/>
          <ac:cxnSpMkLst>
            <pc:docMk/>
            <pc:sldMk cId="2545205" sldId="546"/>
            <ac:cxnSpMk id="57" creationId="{7CB21288-7FDB-8E4D-1BBB-DC43A45BD910}"/>
          </ac:cxnSpMkLst>
        </pc:cxnChg>
        <pc:cxnChg chg="add mod">
          <ac:chgData name="Andrew Smart" userId="220f776b-ee05-4ab6-8921-7ed8c2c1bc74" providerId="ADAL" clId="{20230CC3-9856-4A01-B6B5-34E44EAB64F5}" dt="2025-10-20T23:03:35.308" v="1560" actId="465"/>
          <ac:cxnSpMkLst>
            <pc:docMk/>
            <pc:sldMk cId="2545205" sldId="546"/>
            <ac:cxnSpMk id="58" creationId="{2079C135-D28D-4B4D-3863-2E40D99D6CB3}"/>
          </ac:cxnSpMkLst>
        </pc:cxnChg>
        <pc:cxnChg chg="add mod">
          <ac:chgData name="Andrew Smart" userId="220f776b-ee05-4ab6-8921-7ed8c2c1bc74" providerId="ADAL" clId="{20230CC3-9856-4A01-B6B5-34E44EAB64F5}" dt="2025-10-20T23:04:58.393" v="1619" actId="553"/>
          <ac:cxnSpMkLst>
            <pc:docMk/>
            <pc:sldMk cId="2545205" sldId="546"/>
            <ac:cxnSpMk id="59" creationId="{AAD22F90-B097-B566-781B-D0DB32E4830B}"/>
          </ac:cxnSpMkLst>
        </pc:cxnChg>
        <pc:cxnChg chg="add mod">
          <ac:chgData name="Andrew Smart" userId="220f776b-ee05-4ab6-8921-7ed8c2c1bc74" providerId="ADAL" clId="{20230CC3-9856-4A01-B6B5-34E44EAB64F5}" dt="2025-10-20T23:04:58.393" v="1619" actId="553"/>
          <ac:cxnSpMkLst>
            <pc:docMk/>
            <pc:sldMk cId="2545205" sldId="546"/>
            <ac:cxnSpMk id="60" creationId="{065D62A1-D32D-6A02-0C94-8C16A3AC3A6E}"/>
          </ac:cxnSpMkLst>
        </pc:cxnChg>
        <pc:cxnChg chg="add mod">
          <ac:chgData name="Andrew Smart" userId="220f776b-ee05-4ab6-8921-7ed8c2c1bc74" providerId="ADAL" clId="{20230CC3-9856-4A01-B6B5-34E44EAB64F5}" dt="2025-10-20T23:05:16.217" v="1622" actId="552"/>
          <ac:cxnSpMkLst>
            <pc:docMk/>
            <pc:sldMk cId="2545205" sldId="546"/>
            <ac:cxnSpMk id="61" creationId="{A8D45170-E6B4-D637-F028-F0A8CD2D5CB4}"/>
          </ac:cxnSpMkLst>
        </pc:cxnChg>
        <pc:cxnChg chg="add mod">
          <ac:chgData name="Andrew Smart" userId="220f776b-ee05-4ab6-8921-7ed8c2c1bc74" providerId="ADAL" clId="{20230CC3-9856-4A01-B6B5-34E44EAB64F5}" dt="2025-10-20T23:25:29.019" v="2323" actId="1036"/>
          <ac:cxnSpMkLst>
            <pc:docMk/>
            <pc:sldMk cId="2545205" sldId="546"/>
            <ac:cxnSpMk id="62" creationId="{1BAC2016-2B52-78D5-577C-FFE4C79392A2}"/>
          </ac:cxnSpMkLst>
        </pc:cxnChg>
        <pc:cxnChg chg="add mod">
          <ac:chgData name="Andrew Smart" userId="220f776b-ee05-4ab6-8921-7ed8c2c1bc74" providerId="ADAL" clId="{20230CC3-9856-4A01-B6B5-34E44EAB64F5}" dt="2025-10-20T23:17:00.638" v="1861" actId="14100"/>
          <ac:cxnSpMkLst>
            <pc:docMk/>
            <pc:sldMk cId="2545205" sldId="546"/>
            <ac:cxnSpMk id="77" creationId="{D67D6598-D993-3B88-C3D7-A31B8410733E}"/>
          </ac:cxnSpMkLst>
        </pc:cxnChg>
        <pc:cxnChg chg="add del mod">
          <ac:chgData name="Andrew Smart" userId="220f776b-ee05-4ab6-8921-7ed8c2c1bc74" providerId="ADAL" clId="{20230CC3-9856-4A01-B6B5-34E44EAB64F5}" dt="2025-10-20T23:17:08.253" v="1863" actId="478"/>
          <ac:cxnSpMkLst>
            <pc:docMk/>
            <pc:sldMk cId="2545205" sldId="546"/>
            <ac:cxnSpMk id="84" creationId="{EFC6BC7B-D356-4F19-D2DC-914A6ADC601F}"/>
          </ac:cxnSpMkLst>
        </pc:cxnChg>
        <pc:cxnChg chg="add mod">
          <ac:chgData name="Andrew Smart" userId="220f776b-ee05-4ab6-8921-7ed8c2c1bc74" providerId="ADAL" clId="{20230CC3-9856-4A01-B6B5-34E44EAB64F5}" dt="2025-10-20T23:15:57.684" v="1854" actId="14100"/>
          <ac:cxnSpMkLst>
            <pc:docMk/>
            <pc:sldMk cId="2545205" sldId="546"/>
            <ac:cxnSpMk id="87" creationId="{970BFDE9-A10E-0A85-77B1-824AE022A01A}"/>
          </ac:cxnSpMkLst>
        </pc:cxnChg>
        <pc:cxnChg chg="add mod">
          <ac:chgData name="Andrew Smart" userId="220f776b-ee05-4ab6-8921-7ed8c2c1bc74" providerId="ADAL" clId="{20230CC3-9856-4A01-B6B5-34E44EAB64F5}" dt="2025-10-20T23:24:46.201" v="2304" actId="554"/>
          <ac:cxnSpMkLst>
            <pc:docMk/>
            <pc:sldMk cId="2545205" sldId="546"/>
            <ac:cxnSpMk id="90" creationId="{30A4CF7A-BF91-D0AC-3DEF-0E7E27DB5DE6}"/>
          </ac:cxnSpMkLst>
        </pc:cxnChg>
      </pc:sldChg>
      <pc:sldChg chg="add del">
        <pc:chgData name="Andrew Smart" userId="220f776b-ee05-4ab6-8921-7ed8c2c1bc74" providerId="ADAL" clId="{20230CC3-9856-4A01-B6B5-34E44EAB64F5}" dt="2025-10-20T22:52:08.323" v="1068" actId="47"/>
        <pc:sldMkLst>
          <pc:docMk/>
          <pc:sldMk cId="1446157556" sldId="546"/>
        </pc:sldMkLst>
      </pc:sldChg>
      <pc:sldChg chg="modSp new mod">
        <pc:chgData name="Andrew Smart" userId="220f776b-ee05-4ab6-8921-7ed8c2c1bc74" providerId="ADAL" clId="{20230CC3-9856-4A01-B6B5-34E44EAB64F5}" dt="2025-10-21T00:06:13.484" v="2862" actId="122"/>
        <pc:sldMkLst>
          <pc:docMk/>
          <pc:sldMk cId="3378763978" sldId="547"/>
        </pc:sldMkLst>
        <pc:spChg chg="mod">
          <ac:chgData name="Andrew Smart" userId="220f776b-ee05-4ab6-8921-7ed8c2c1bc74" providerId="ADAL" clId="{20230CC3-9856-4A01-B6B5-34E44EAB64F5}" dt="2025-10-21T00:06:13.484" v="2862" actId="122"/>
          <ac:spMkLst>
            <pc:docMk/>
            <pc:sldMk cId="3378763978" sldId="547"/>
            <ac:spMk id="2" creationId="{DE58C732-702A-7E57-DE4A-F10A73EDB672}"/>
          </ac:spMkLst>
        </pc:spChg>
        <pc:spChg chg="mod">
          <ac:chgData name="Andrew Smart" userId="220f776b-ee05-4ab6-8921-7ed8c2c1bc74" providerId="ADAL" clId="{20230CC3-9856-4A01-B6B5-34E44EAB64F5}" dt="2025-10-21T00:04:38.448" v="2733" actId="20577"/>
          <ac:spMkLst>
            <pc:docMk/>
            <pc:sldMk cId="3378763978" sldId="547"/>
            <ac:spMk id="3" creationId="{9F7124E9-F010-846C-A542-278278114495}"/>
          </ac:spMkLst>
        </pc:spChg>
      </pc:sldChg>
      <pc:sldChg chg="modSp add mod">
        <pc:chgData name="Andrew Smart" userId="220f776b-ee05-4ab6-8921-7ed8c2c1bc74" providerId="ADAL" clId="{20230CC3-9856-4A01-B6B5-34E44EAB64F5}" dt="2025-10-21T00:08:22.492" v="2999" actId="6549"/>
        <pc:sldMkLst>
          <pc:docMk/>
          <pc:sldMk cId="894485315" sldId="548"/>
        </pc:sldMkLst>
        <pc:spChg chg="mod">
          <ac:chgData name="Andrew Smart" userId="220f776b-ee05-4ab6-8921-7ed8c2c1bc74" providerId="ADAL" clId="{20230CC3-9856-4A01-B6B5-34E44EAB64F5}" dt="2025-10-21T00:08:22.492" v="2999" actId="6549"/>
          <ac:spMkLst>
            <pc:docMk/>
            <pc:sldMk cId="894485315" sldId="548"/>
            <ac:spMk id="2" creationId="{D8AB0366-207B-1ACF-F08A-4BC8A3A96734}"/>
          </ac:spMkLst>
        </pc:spChg>
        <pc:spChg chg="mod">
          <ac:chgData name="Andrew Smart" userId="220f776b-ee05-4ab6-8921-7ed8c2c1bc74" providerId="ADAL" clId="{20230CC3-9856-4A01-B6B5-34E44EAB64F5}" dt="2025-10-21T00:06:39.276" v="2866" actId="20577"/>
          <ac:spMkLst>
            <pc:docMk/>
            <pc:sldMk cId="894485315" sldId="548"/>
            <ac:spMk id="3" creationId="{FD254CA0-18FE-47BB-5C20-9912779DC41C}"/>
          </ac:spMkLst>
        </pc:spChg>
      </pc:sldChg>
      <pc:sldChg chg="modSp add mod">
        <pc:chgData name="Andrew Smart" userId="220f776b-ee05-4ab6-8921-7ed8c2c1bc74" providerId="ADAL" clId="{20230CC3-9856-4A01-B6B5-34E44EAB64F5}" dt="2025-10-21T00:12:08.153" v="3049" actId="20577"/>
        <pc:sldMkLst>
          <pc:docMk/>
          <pc:sldMk cId="3449645702" sldId="549"/>
        </pc:sldMkLst>
        <pc:spChg chg="mod">
          <ac:chgData name="Andrew Smart" userId="220f776b-ee05-4ab6-8921-7ed8c2c1bc74" providerId="ADAL" clId="{20230CC3-9856-4A01-B6B5-34E44EAB64F5}" dt="2025-10-21T00:12:08.153" v="3049" actId="20577"/>
          <ac:spMkLst>
            <pc:docMk/>
            <pc:sldMk cId="3449645702" sldId="549"/>
            <ac:spMk id="2" creationId="{F4915BFB-EAFF-A549-1E31-DB3CFA609AC9}"/>
          </ac:spMkLst>
        </pc:spChg>
        <pc:spChg chg="mod">
          <ac:chgData name="Andrew Smart" userId="220f776b-ee05-4ab6-8921-7ed8c2c1bc74" providerId="ADAL" clId="{20230CC3-9856-4A01-B6B5-34E44EAB64F5}" dt="2025-10-21T00:09:16.267" v="3005" actId="20577"/>
          <ac:spMkLst>
            <pc:docMk/>
            <pc:sldMk cId="3449645702" sldId="549"/>
            <ac:spMk id="3" creationId="{D758D5E4-3B77-71A2-7767-E286A68272F8}"/>
          </ac:spMkLst>
        </pc:spChg>
      </pc:sldChg>
      <pc:sldChg chg="addSp modSp new mod">
        <pc:chgData name="Andrew Smart" userId="220f776b-ee05-4ab6-8921-7ed8c2c1bc74" providerId="ADAL" clId="{20230CC3-9856-4A01-B6B5-34E44EAB64F5}" dt="2025-10-21T00:31:55.257" v="3479" actId="404"/>
        <pc:sldMkLst>
          <pc:docMk/>
          <pc:sldMk cId="3258688742" sldId="550"/>
        </pc:sldMkLst>
        <pc:graphicFrameChg chg="add mod modGraphic">
          <ac:chgData name="Andrew Smart" userId="220f776b-ee05-4ab6-8921-7ed8c2c1bc74" providerId="ADAL" clId="{20230CC3-9856-4A01-B6B5-34E44EAB64F5}" dt="2025-10-21T00:31:55.257" v="3479" actId="404"/>
          <ac:graphicFrameMkLst>
            <pc:docMk/>
            <pc:sldMk cId="3258688742" sldId="550"/>
            <ac:graphicFrameMk id="4" creationId="{BAA19D63-F02B-9AC5-DD58-CE2ACF3928DC}"/>
          </ac:graphicFrameMkLst>
        </pc:graphicFrameChg>
      </pc:sldChg>
      <pc:sldChg chg="addSp delSp modSp new del mod">
        <pc:chgData name="Andrew Smart" userId="220f776b-ee05-4ab6-8921-7ed8c2c1bc74" providerId="ADAL" clId="{20230CC3-9856-4A01-B6B5-34E44EAB64F5}" dt="2025-10-25T23:20:22.354" v="4941" actId="47"/>
        <pc:sldMkLst>
          <pc:docMk/>
          <pc:sldMk cId="3348330981" sldId="551"/>
        </pc:sldMkLst>
        <pc:spChg chg="mod">
          <ac:chgData name="Andrew Smart" userId="220f776b-ee05-4ab6-8921-7ed8c2c1bc74" providerId="ADAL" clId="{20230CC3-9856-4A01-B6B5-34E44EAB64F5}" dt="2025-10-25T14:19:42.083" v="4904" actId="553"/>
          <ac:spMkLst>
            <pc:docMk/>
            <pc:sldMk cId="3348330981" sldId="551"/>
            <ac:spMk id="2" creationId="{3967A2DB-182B-1F24-4FC1-D701F3901A17}"/>
          </ac:spMkLst>
        </pc:spChg>
        <pc:spChg chg="add mod">
          <ac:chgData name="Andrew Smart" userId="220f776b-ee05-4ab6-8921-7ed8c2c1bc74" providerId="ADAL" clId="{20230CC3-9856-4A01-B6B5-34E44EAB64F5}" dt="2025-10-25T14:13:55.742" v="4852" actId="6549"/>
          <ac:spMkLst>
            <pc:docMk/>
            <pc:sldMk cId="3348330981" sldId="551"/>
            <ac:spMk id="4" creationId="{AC00F3F6-84D3-F67F-FD36-CCC36A13FC0E}"/>
          </ac:spMkLst>
        </pc:spChg>
        <pc:spChg chg="add mod">
          <ac:chgData name="Andrew Smart" userId="220f776b-ee05-4ab6-8921-7ed8c2c1bc74" providerId="ADAL" clId="{20230CC3-9856-4A01-B6B5-34E44EAB64F5}" dt="2025-10-25T14:14:06.567" v="4861" actId="20577"/>
          <ac:spMkLst>
            <pc:docMk/>
            <pc:sldMk cId="3348330981" sldId="551"/>
            <ac:spMk id="52" creationId="{98435EEC-F88F-A7FA-24BC-6152C2D71AB9}"/>
          </ac:spMkLst>
        </pc:spChg>
        <pc:spChg chg="add mod">
          <ac:chgData name="Andrew Smart" userId="220f776b-ee05-4ab6-8921-7ed8c2c1bc74" providerId="ADAL" clId="{20230CC3-9856-4A01-B6B5-34E44EAB64F5}" dt="2025-10-25T14:19:42.083" v="4904" actId="553"/>
          <ac:spMkLst>
            <pc:docMk/>
            <pc:sldMk cId="3348330981" sldId="551"/>
            <ac:spMk id="63" creationId="{D0650F85-1F54-B761-B566-26C271A734FC}"/>
          </ac:spMkLst>
        </pc:spChg>
        <pc:spChg chg="add mod">
          <ac:chgData name="Andrew Smart" userId="220f776b-ee05-4ab6-8921-7ed8c2c1bc74" providerId="ADAL" clId="{20230CC3-9856-4A01-B6B5-34E44EAB64F5}" dt="2025-10-25T14:14:12.959" v="4866" actId="20577"/>
          <ac:spMkLst>
            <pc:docMk/>
            <pc:sldMk cId="3348330981" sldId="551"/>
            <ac:spMk id="69" creationId="{DC209E24-BCBE-A622-A8CF-7D662AAAE5AC}"/>
          </ac:spMkLst>
        </pc:spChg>
        <pc:spChg chg="add del mod">
          <ac:chgData name="Andrew Smart" userId="220f776b-ee05-4ab6-8921-7ed8c2c1bc74" providerId="ADAL" clId="{20230CC3-9856-4A01-B6B5-34E44EAB64F5}" dt="2025-10-25T14:13:43.711" v="4845" actId="478"/>
          <ac:spMkLst>
            <pc:docMk/>
            <pc:sldMk cId="3348330981" sldId="551"/>
            <ac:spMk id="91" creationId="{081D617E-E0F5-B1D4-28BE-09EEA3C91964}"/>
          </ac:spMkLst>
        </pc:spChg>
        <pc:cxnChg chg="add mod">
          <ac:chgData name="Andrew Smart" userId="220f776b-ee05-4ab6-8921-7ed8c2c1bc74" providerId="ADAL" clId="{20230CC3-9856-4A01-B6B5-34E44EAB64F5}" dt="2025-10-25T14:17:01.843" v="4885" actId="14100"/>
          <ac:cxnSpMkLst>
            <pc:docMk/>
            <pc:sldMk cId="3348330981" sldId="551"/>
            <ac:cxnSpMk id="22" creationId="{B82FD774-392A-3080-82F5-546F934475AC}"/>
          </ac:cxnSpMkLst>
        </pc:cxnChg>
        <pc:cxnChg chg="add mod">
          <ac:chgData name="Andrew Smart" userId="220f776b-ee05-4ab6-8921-7ed8c2c1bc74" providerId="ADAL" clId="{20230CC3-9856-4A01-B6B5-34E44EAB64F5}" dt="2025-10-25T14:17:05.350" v="4886" actId="14100"/>
          <ac:cxnSpMkLst>
            <pc:docMk/>
            <pc:sldMk cId="3348330981" sldId="551"/>
            <ac:cxnSpMk id="27" creationId="{1959CD40-F173-13AA-B04B-CB768B79AC81}"/>
          </ac:cxnSpMkLst>
        </pc:cxnChg>
        <pc:cxnChg chg="add mod">
          <ac:chgData name="Andrew Smart" userId="220f776b-ee05-4ab6-8921-7ed8c2c1bc74" providerId="ADAL" clId="{20230CC3-9856-4A01-B6B5-34E44EAB64F5}" dt="2025-10-25T14:16:56.203" v="4884" actId="14100"/>
          <ac:cxnSpMkLst>
            <pc:docMk/>
            <pc:sldMk cId="3348330981" sldId="551"/>
            <ac:cxnSpMk id="32" creationId="{3CFEDC76-1E36-09DE-168B-F9C837172679}"/>
          </ac:cxnSpMkLst>
        </pc:cxnChg>
        <pc:cxnChg chg="add mod">
          <ac:chgData name="Andrew Smart" userId="220f776b-ee05-4ab6-8921-7ed8c2c1bc74" providerId="ADAL" clId="{20230CC3-9856-4A01-B6B5-34E44EAB64F5}" dt="2025-10-25T14:18:26.845" v="4892" actId="14100"/>
          <ac:cxnSpMkLst>
            <pc:docMk/>
            <pc:sldMk cId="3348330981" sldId="551"/>
            <ac:cxnSpMk id="42" creationId="{044FAF6D-7B13-E344-412B-9A70FD3E954C}"/>
          </ac:cxnSpMkLst>
        </pc:cxnChg>
        <pc:cxnChg chg="add mod">
          <ac:chgData name="Andrew Smart" userId="220f776b-ee05-4ab6-8921-7ed8c2c1bc74" providerId="ADAL" clId="{20230CC3-9856-4A01-B6B5-34E44EAB64F5}" dt="2025-10-25T14:18:41.533" v="4896" actId="14100"/>
          <ac:cxnSpMkLst>
            <pc:docMk/>
            <pc:sldMk cId="3348330981" sldId="551"/>
            <ac:cxnSpMk id="51" creationId="{565DC587-395C-3925-918E-18B270EF07CD}"/>
          </ac:cxnSpMkLst>
        </pc:cxnChg>
        <pc:cxnChg chg="add mod">
          <ac:chgData name="Andrew Smart" userId="220f776b-ee05-4ab6-8921-7ed8c2c1bc74" providerId="ADAL" clId="{20230CC3-9856-4A01-B6B5-34E44EAB64F5}" dt="2025-10-25T14:19:01.976" v="4901" actId="14100"/>
          <ac:cxnSpMkLst>
            <pc:docMk/>
            <pc:sldMk cId="3348330981" sldId="551"/>
            <ac:cxnSpMk id="57" creationId="{9A989F84-8308-0AFF-8EB9-5EE01EE255B2}"/>
          </ac:cxnSpMkLst>
        </pc:cxnChg>
      </pc:sldChg>
      <pc:sldChg chg="modSp add mod">
        <pc:chgData name="Andrew Smart" userId="220f776b-ee05-4ab6-8921-7ed8c2c1bc74" providerId="ADAL" clId="{20230CC3-9856-4A01-B6B5-34E44EAB64F5}" dt="2025-10-25T23:45:13.766" v="5485" actId="404"/>
        <pc:sldMkLst>
          <pc:docMk/>
          <pc:sldMk cId="4232191963" sldId="552"/>
        </pc:sldMkLst>
        <pc:spChg chg="mod">
          <ac:chgData name="Andrew Smart" userId="220f776b-ee05-4ab6-8921-7ed8c2c1bc74" providerId="ADAL" clId="{20230CC3-9856-4A01-B6B5-34E44EAB64F5}" dt="2025-10-25T23:45:13.766" v="5485" actId="404"/>
          <ac:spMkLst>
            <pc:docMk/>
            <pc:sldMk cId="4232191963" sldId="552"/>
            <ac:spMk id="3" creationId="{B3F88315-AD20-6CFE-FFB0-BE33BEA6B9AF}"/>
          </ac:spMkLst>
        </pc:spChg>
        <pc:spChg chg="mod">
          <ac:chgData name="Andrew Smart" userId="220f776b-ee05-4ab6-8921-7ed8c2c1bc74" providerId="ADAL" clId="{20230CC3-9856-4A01-B6B5-34E44EAB64F5}" dt="2025-10-24T23:06:54.943" v="4814" actId="20577"/>
          <ac:spMkLst>
            <pc:docMk/>
            <pc:sldMk cId="4232191963" sldId="552"/>
            <ac:spMk id="8" creationId="{9229196D-890A-056E-81C0-E7B617CE0167}"/>
          </ac:spMkLst>
        </pc:spChg>
        <pc:spChg chg="mod">
          <ac:chgData name="Andrew Smart" userId="220f776b-ee05-4ab6-8921-7ed8c2c1bc74" providerId="ADAL" clId="{20230CC3-9856-4A01-B6B5-34E44EAB64F5}" dt="2025-10-24T23:07:00.680" v="4820" actId="20577"/>
          <ac:spMkLst>
            <pc:docMk/>
            <pc:sldMk cId="4232191963" sldId="552"/>
            <ac:spMk id="9" creationId="{D83FBBB9-AFAE-CAFC-29E9-9EE4F43D7ED5}"/>
          </ac:spMkLst>
        </pc:spChg>
        <pc:spChg chg="mod">
          <ac:chgData name="Andrew Smart" userId="220f776b-ee05-4ab6-8921-7ed8c2c1bc74" providerId="ADAL" clId="{20230CC3-9856-4A01-B6B5-34E44EAB64F5}" dt="2025-10-21T00:48:24.959" v="3870" actId="108"/>
          <ac:spMkLst>
            <pc:docMk/>
            <pc:sldMk cId="4232191963" sldId="552"/>
            <ac:spMk id="11" creationId="{97FF3BD5-13F4-5554-9B7B-C4D778315E77}"/>
          </ac:spMkLst>
        </pc:spChg>
        <pc:spChg chg="mod">
          <ac:chgData name="Andrew Smart" userId="220f776b-ee05-4ab6-8921-7ed8c2c1bc74" providerId="ADAL" clId="{20230CC3-9856-4A01-B6B5-34E44EAB64F5}" dt="2025-10-21T00:48:29.753" v="3872" actId="108"/>
          <ac:spMkLst>
            <pc:docMk/>
            <pc:sldMk cId="4232191963" sldId="552"/>
            <ac:spMk id="12" creationId="{222BFA9A-33DC-D72D-86D2-1CEB06766F7B}"/>
          </ac:spMkLst>
        </pc:spChg>
        <pc:spChg chg="mod">
          <ac:chgData name="Andrew Smart" userId="220f776b-ee05-4ab6-8921-7ed8c2c1bc74" providerId="ADAL" clId="{20230CC3-9856-4A01-B6B5-34E44EAB64F5}" dt="2025-10-21T00:48:35.952" v="3874" actId="108"/>
          <ac:spMkLst>
            <pc:docMk/>
            <pc:sldMk cId="4232191963" sldId="552"/>
            <ac:spMk id="13" creationId="{31090431-6151-364E-C3B4-CA4A667DCEEF}"/>
          </ac:spMkLst>
        </pc:spChg>
        <pc:spChg chg="mod">
          <ac:chgData name="Andrew Smart" userId="220f776b-ee05-4ab6-8921-7ed8c2c1bc74" providerId="ADAL" clId="{20230CC3-9856-4A01-B6B5-34E44EAB64F5}" dt="2025-10-21T00:48:45.091" v="3877" actId="108"/>
          <ac:spMkLst>
            <pc:docMk/>
            <pc:sldMk cId="4232191963" sldId="552"/>
            <ac:spMk id="14" creationId="{847F7B97-DA91-39D2-0B5B-1F0A0B292F8C}"/>
          </ac:spMkLst>
        </pc:spChg>
        <pc:spChg chg="mod">
          <ac:chgData name="Andrew Smart" userId="220f776b-ee05-4ab6-8921-7ed8c2c1bc74" providerId="ADAL" clId="{20230CC3-9856-4A01-B6B5-34E44EAB64F5}" dt="2025-10-21T00:48:27.431" v="3871" actId="108"/>
          <ac:spMkLst>
            <pc:docMk/>
            <pc:sldMk cId="4232191963" sldId="552"/>
            <ac:spMk id="15" creationId="{A2341E27-4155-C5C5-1642-AC6136F91892}"/>
          </ac:spMkLst>
        </pc:spChg>
        <pc:spChg chg="mod">
          <ac:chgData name="Andrew Smart" userId="220f776b-ee05-4ab6-8921-7ed8c2c1bc74" providerId="ADAL" clId="{20230CC3-9856-4A01-B6B5-34E44EAB64F5}" dt="2025-10-21T00:46:20.778" v="3716" actId="108"/>
          <ac:spMkLst>
            <pc:docMk/>
            <pc:sldMk cId="4232191963" sldId="552"/>
            <ac:spMk id="16" creationId="{47174C1B-3FB7-81EB-BE92-CCF5098EA0D3}"/>
          </ac:spMkLst>
        </pc:spChg>
        <pc:spChg chg="mod">
          <ac:chgData name="Andrew Smart" userId="220f776b-ee05-4ab6-8921-7ed8c2c1bc74" providerId="ADAL" clId="{20230CC3-9856-4A01-B6B5-34E44EAB64F5}" dt="2025-10-21T00:48:32.690" v="3873" actId="108"/>
          <ac:spMkLst>
            <pc:docMk/>
            <pc:sldMk cId="4232191963" sldId="552"/>
            <ac:spMk id="17" creationId="{8A869AB1-575D-ABA8-C414-ED2ECB53593D}"/>
          </ac:spMkLst>
        </pc:spChg>
        <pc:spChg chg="mod">
          <ac:chgData name="Andrew Smart" userId="220f776b-ee05-4ab6-8921-7ed8c2c1bc74" providerId="ADAL" clId="{20230CC3-9856-4A01-B6B5-34E44EAB64F5}" dt="2025-10-21T00:48:39.857" v="3875" actId="108"/>
          <ac:spMkLst>
            <pc:docMk/>
            <pc:sldMk cId="4232191963" sldId="552"/>
            <ac:spMk id="18" creationId="{3EB8511D-552F-C4E5-529D-701B45089C90}"/>
          </ac:spMkLst>
        </pc:spChg>
        <pc:spChg chg="mod">
          <ac:chgData name="Andrew Smart" userId="220f776b-ee05-4ab6-8921-7ed8c2c1bc74" providerId="ADAL" clId="{20230CC3-9856-4A01-B6B5-34E44EAB64F5}" dt="2025-10-21T00:50:35.639" v="3913" actId="554"/>
          <ac:spMkLst>
            <pc:docMk/>
            <pc:sldMk cId="4232191963" sldId="552"/>
            <ac:spMk id="19" creationId="{38B9AA86-8A51-77AA-7637-D1169E3643BA}"/>
          </ac:spMkLst>
        </pc:spChg>
        <pc:spChg chg="mod">
          <ac:chgData name="Andrew Smart" userId="220f776b-ee05-4ab6-8921-7ed8c2c1bc74" providerId="ADAL" clId="{20230CC3-9856-4A01-B6B5-34E44EAB64F5}" dt="2025-10-21T00:50:35.639" v="3913" actId="554"/>
          <ac:spMkLst>
            <pc:docMk/>
            <pc:sldMk cId="4232191963" sldId="552"/>
            <ac:spMk id="20" creationId="{726A9028-223C-05BF-3B81-30A6438F6EC7}"/>
          </ac:spMkLst>
        </pc:spChg>
        <pc:spChg chg="mod">
          <ac:chgData name="Andrew Smart" userId="220f776b-ee05-4ab6-8921-7ed8c2c1bc74" providerId="ADAL" clId="{20230CC3-9856-4A01-B6B5-34E44EAB64F5}" dt="2025-10-21T00:50:40.998" v="3914" actId="108"/>
          <ac:spMkLst>
            <pc:docMk/>
            <pc:sldMk cId="4232191963" sldId="552"/>
            <ac:spMk id="21" creationId="{19CB4D95-9FF0-B908-0427-7CC6513908F9}"/>
          </ac:spMkLst>
        </pc:spChg>
        <pc:spChg chg="mod">
          <ac:chgData name="Andrew Smart" userId="220f776b-ee05-4ab6-8921-7ed8c2c1bc74" providerId="ADAL" clId="{20230CC3-9856-4A01-B6B5-34E44EAB64F5}" dt="2025-10-21T00:48:42.349" v="3876" actId="108"/>
          <ac:spMkLst>
            <pc:docMk/>
            <pc:sldMk cId="4232191963" sldId="552"/>
            <ac:spMk id="25" creationId="{092DC74D-B358-B8D6-2638-75C8514E93F8}"/>
          </ac:spMkLst>
        </pc:spChg>
        <pc:spChg chg="mod">
          <ac:chgData name="Andrew Smart" userId="220f776b-ee05-4ab6-8921-7ed8c2c1bc74" providerId="ADAL" clId="{20230CC3-9856-4A01-B6B5-34E44EAB64F5}" dt="2025-10-21T00:46:54.968" v="3721" actId="108"/>
          <ac:spMkLst>
            <pc:docMk/>
            <pc:sldMk cId="4232191963" sldId="552"/>
            <ac:spMk id="27" creationId="{C33E2342-64BE-7F97-0B81-20FC7E06F95C}"/>
          </ac:spMkLst>
        </pc:spChg>
        <pc:spChg chg="mod">
          <ac:chgData name="Andrew Smart" userId="220f776b-ee05-4ab6-8921-7ed8c2c1bc74" providerId="ADAL" clId="{20230CC3-9856-4A01-B6B5-34E44EAB64F5}" dt="2025-10-21T00:46:17.673" v="3715" actId="207"/>
          <ac:spMkLst>
            <pc:docMk/>
            <pc:sldMk cId="4232191963" sldId="552"/>
            <ac:spMk id="39" creationId="{F776A754-33E7-EC8C-82A4-26BB0F29AFEE}"/>
          </ac:spMkLst>
        </pc:spChg>
        <pc:spChg chg="mod">
          <ac:chgData name="Andrew Smart" userId="220f776b-ee05-4ab6-8921-7ed8c2c1bc74" providerId="ADAL" clId="{20230CC3-9856-4A01-B6B5-34E44EAB64F5}" dt="2025-10-21T00:46:28.352" v="3718" actId="6549"/>
          <ac:spMkLst>
            <pc:docMk/>
            <pc:sldMk cId="4232191963" sldId="552"/>
            <ac:spMk id="41" creationId="{B5C18954-3A47-3E15-2450-6855D347815E}"/>
          </ac:spMkLst>
        </pc:spChg>
        <pc:spChg chg="mod">
          <ac:chgData name="Andrew Smart" userId="220f776b-ee05-4ab6-8921-7ed8c2c1bc74" providerId="ADAL" clId="{20230CC3-9856-4A01-B6B5-34E44EAB64F5}" dt="2025-10-21T00:46:33.134" v="3719" actId="108"/>
          <ac:spMkLst>
            <pc:docMk/>
            <pc:sldMk cId="4232191963" sldId="552"/>
            <ac:spMk id="42" creationId="{CACF817C-5888-1513-7EB4-81B3E055BE57}"/>
          </ac:spMkLst>
        </pc:spChg>
      </pc:sldChg>
      <pc:sldChg chg="addSp delSp modSp add mod">
        <pc:chgData name="Andrew Smart" userId="220f776b-ee05-4ab6-8921-7ed8c2c1bc74" providerId="ADAL" clId="{20230CC3-9856-4A01-B6B5-34E44EAB64F5}" dt="2025-10-25T23:21:12.632" v="4977" actId="20577"/>
        <pc:sldMkLst>
          <pc:docMk/>
          <pc:sldMk cId="2303933758" sldId="553"/>
        </pc:sldMkLst>
        <pc:spChg chg="mod">
          <ac:chgData name="Andrew Smart" userId="220f776b-ee05-4ab6-8921-7ed8c2c1bc74" providerId="ADAL" clId="{20230CC3-9856-4A01-B6B5-34E44EAB64F5}" dt="2025-10-21T01:14:33.928" v="4363" actId="6549"/>
          <ac:spMkLst>
            <pc:docMk/>
            <pc:sldMk cId="2303933758" sldId="553"/>
            <ac:spMk id="4" creationId="{CBE9B253-8031-476C-D2F1-4A7BF230340D}"/>
          </ac:spMkLst>
        </pc:spChg>
        <pc:spChg chg="mod">
          <ac:chgData name="Andrew Smart" userId="220f776b-ee05-4ab6-8921-7ed8c2c1bc74" providerId="ADAL" clId="{20230CC3-9856-4A01-B6B5-34E44EAB64F5}" dt="2025-10-21T01:08:30.141" v="4248" actId="1038"/>
          <ac:spMkLst>
            <pc:docMk/>
            <pc:sldMk cId="2303933758" sldId="553"/>
            <ac:spMk id="5" creationId="{92769BC1-BB66-1451-4996-E1D063129AF2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6" creationId="{44563DC3-24FF-380B-98C3-550D0E930666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7" creationId="{B83D0592-EFBD-18F9-4AFB-466FA9BE35DB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10" creationId="{482BE7F3-97FF-B51D-CD94-D4D6581FED21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11" creationId="{60A4E688-637A-AB37-8256-E6D740C805D2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12" creationId="{8B3BC724-F44F-E8AA-7E9C-25B04642EED0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13" creationId="{AD5912F3-B526-01C9-F203-EBEA79FFE94E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14" creationId="{4765BEF4-2C5A-ACFE-A278-99D708D3B845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15" creationId="{89614BF6-74C6-CD61-E3C7-9D6B7C8ADEF4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17" creationId="{402CEF1B-1457-312B-B378-46F7EB05AEEB}"/>
          </ac:spMkLst>
        </pc:spChg>
        <pc:spChg chg="mod">
          <ac:chgData name="Andrew Smart" userId="220f776b-ee05-4ab6-8921-7ed8c2c1bc74" providerId="ADAL" clId="{20230CC3-9856-4A01-B6B5-34E44EAB64F5}" dt="2025-10-21T01:11:17.845" v="4275" actId="3064"/>
          <ac:spMkLst>
            <pc:docMk/>
            <pc:sldMk cId="2303933758" sldId="553"/>
            <ac:spMk id="18" creationId="{43B46025-3E76-04E4-0B8B-831B24D87087}"/>
          </ac:spMkLst>
        </pc:spChg>
        <pc:spChg chg="mod">
          <ac:chgData name="Andrew Smart" userId="220f776b-ee05-4ab6-8921-7ed8c2c1bc74" providerId="ADAL" clId="{20230CC3-9856-4A01-B6B5-34E44EAB64F5}" dt="2025-10-21T01:14:58.882" v="4365" actId="554"/>
          <ac:spMkLst>
            <pc:docMk/>
            <pc:sldMk cId="2303933758" sldId="553"/>
            <ac:spMk id="21" creationId="{0DD2C5DA-0866-B349-2FCC-43E71FFB7877}"/>
          </ac:spMkLst>
        </pc:spChg>
        <pc:spChg chg="mod">
          <ac:chgData name="Andrew Smart" userId="220f776b-ee05-4ab6-8921-7ed8c2c1bc74" providerId="ADAL" clId="{20230CC3-9856-4A01-B6B5-34E44EAB64F5}" dt="2025-10-21T01:14:58.882" v="4365" actId="554"/>
          <ac:spMkLst>
            <pc:docMk/>
            <pc:sldMk cId="2303933758" sldId="553"/>
            <ac:spMk id="39" creationId="{BDEF1B8D-047D-CBC6-2276-6CF63685DAF1}"/>
          </ac:spMkLst>
        </pc:spChg>
        <pc:spChg chg="mod">
          <ac:chgData name="Andrew Smart" userId="220f776b-ee05-4ab6-8921-7ed8c2c1bc74" providerId="ADAL" clId="{20230CC3-9856-4A01-B6B5-34E44EAB64F5}" dt="2025-10-25T23:21:05.492" v="4972" actId="20577"/>
          <ac:spMkLst>
            <pc:docMk/>
            <pc:sldMk cId="2303933758" sldId="553"/>
            <ac:spMk id="52" creationId="{1AD59C65-CE88-49A2-D0BA-246B22E0BAC4}"/>
          </ac:spMkLst>
        </pc:spChg>
        <pc:spChg chg="mod">
          <ac:chgData name="Andrew Smart" userId="220f776b-ee05-4ab6-8921-7ed8c2c1bc74" providerId="ADAL" clId="{20230CC3-9856-4A01-B6B5-34E44EAB64F5}" dt="2025-10-25T23:21:12.632" v="4977" actId="20577"/>
          <ac:spMkLst>
            <pc:docMk/>
            <pc:sldMk cId="2303933758" sldId="553"/>
            <ac:spMk id="69" creationId="{584B4FA1-BC25-5D88-A805-56B29A4BEA59}"/>
          </ac:spMkLst>
        </pc:spChg>
        <pc:cxnChg chg="mod">
          <ac:chgData name="Andrew Smart" userId="220f776b-ee05-4ab6-8921-7ed8c2c1bc74" providerId="ADAL" clId="{20230CC3-9856-4A01-B6B5-34E44EAB64F5}" dt="2025-10-21T01:12:03.460" v="4281" actId="14100"/>
          <ac:cxnSpMkLst>
            <pc:docMk/>
            <pc:sldMk cId="2303933758" sldId="553"/>
            <ac:cxnSpMk id="25" creationId="{79D196BF-C7B0-FF1D-F8B1-1BE5EC5B7F0D}"/>
          </ac:cxnSpMkLst>
        </pc:cxnChg>
        <pc:cxnChg chg="mod">
          <ac:chgData name="Andrew Smart" userId="220f776b-ee05-4ab6-8921-7ed8c2c1bc74" providerId="ADAL" clId="{20230CC3-9856-4A01-B6B5-34E44EAB64F5}" dt="2025-10-21T01:14:58.882" v="4365" actId="554"/>
          <ac:cxnSpMkLst>
            <pc:docMk/>
            <pc:sldMk cId="2303933758" sldId="553"/>
            <ac:cxnSpMk id="28" creationId="{EE218135-1E90-9466-A82B-6D7D44EC540E}"/>
          </ac:cxnSpMkLst>
        </pc:cxnChg>
        <pc:cxnChg chg="mod">
          <ac:chgData name="Andrew Smart" userId="220f776b-ee05-4ab6-8921-7ed8c2c1bc74" providerId="ADAL" clId="{20230CC3-9856-4A01-B6B5-34E44EAB64F5}" dt="2025-10-21T01:11:50.237" v="4278" actId="14100"/>
          <ac:cxnSpMkLst>
            <pc:docMk/>
            <pc:sldMk cId="2303933758" sldId="553"/>
            <ac:cxnSpMk id="33" creationId="{9AB14423-ED94-DF48-AA3C-227F94F2C820}"/>
          </ac:cxnSpMkLst>
        </pc:cxnChg>
        <pc:cxnChg chg="mod">
          <ac:chgData name="Andrew Smart" userId="220f776b-ee05-4ab6-8921-7ed8c2c1bc74" providerId="ADAL" clId="{20230CC3-9856-4A01-B6B5-34E44EAB64F5}" dt="2025-10-21T01:11:55.127" v="4279" actId="14100"/>
          <ac:cxnSpMkLst>
            <pc:docMk/>
            <pc:sldMk cId="2303933758" sldId="553"/>
            <ac:cxnSpMk id="36" creationId="{F738FC52-F0BF-B562-FEBC-87D4D851B26E}"/>
          </ac:cxnSpMkLst>
        </pc:cxnChg>
        <pc:cxnChg chg="mod">
          <ac:chgData name="Andrew Smart" userId="220f776b-ee05-4ab6-8921-7ed8c2c1bc74" providerId="ADAL" clId="{20230CC3-9856-4A01-B6B5-34E44EAB64F5}" dt="2025-10-21T01:14:49.520" v="4364" actId="465"/>
          <ac:cxnSpMkLst>
            <pc:docMk/>
            <pc:sldMk cId="2303933758" sldId="553"/>
            <ac:cxnSpMk id="40" creationId="{C8A3C2A9-6568-B3CA-736B-233470DD141E}"/>
          </ac:cxnSpMkLst>
        </pc:cxnChg>
        <pc:cxnChg chg="mod">
          <ac:chgData name="Andrew Smart" userId="220f776b-ee05-4ab6-8921-7ed8c2c1bc74" providerId="ADAL" clId="{20230CC3-9856-4A01-B6B5-34E44EAB64F5}" dt="2025-10-21T01:14:49.520" v="4364" actId="465"/>
          <ac:cxnSpMkLst>
            <pc:docMk/>
            <pc:sldMk cId="2303933758" sldId="553"/>
            <ac:cxnSpMk id="43" creationId="{1ACC4844-EF36-99A0-AAB7-DDDA2D78B45E}"/>
          </ac:cxnSpMkLst>
        </pc:cxnChg>
        <pc:cxnChg chg="mod">
          <ac:chgData name="Andrew Smart" userId="220f776b-ee05-4ab6-8921-7ed8c2c1bc74" providerId="ADAL" clId="{20230CC3-9856-4A01-B6B5-34E44EAB64F5}" dt="2025-10-21T01:14:58.882" v="4365" actId="554"/>
          <ac:cxnSpMkLst>
            <pc:docMk/>
            <pc:sldMk cId="2303933758" sldId="553"/>
            <ac:cxnSpMk id="46" creationId="{3FD0E343-34EB-45F5-5557-014FC8621631}"/>
          </ac:cxnSpMkLst>
        </pc:cxnChg>
        <pc:cxnChg chg="mod">
          <ac:chgData name="Andrew Smart" userId="220f776b-ee05-4ab6-8921-7ed8c2c1bc74" providerId="ADAL" clId="{20230CC3-9856-4A01-B6B5-34E44EAB64F5}" dt="2025-10-21T01:14:49.520" v="4364" actId="465"/>
          <ac:cxnSpMkLst>
            <pc:docMk/>
            <pc:sldMk cId="2303933758" sldId="553"/>
            <ac:cxnSpMk id="49" creationId="{7C65C036-BE1E-9DC6-72FD-9495BAEA2154}"/>
          </ac:cxnSpMkLst>
        </pc:cxnChg>
        <pc:cxnChg chg="mod">
          <ac:chgData name="Andrew Smart" userId="220f776b-ee05-4ab6-8921-7ed8c2c1bc74" providerId="ADAL" clId="{20230CC3-9856-4A01-B6B5-34E44EAB64F5}" dt="2025-10-21T01:13:06.767" v="4290" actId="14100"/>
          <ac:cxnSpMkLst>
            <pc:docMk/>
            <pc:sldMk cId="2303933758" sldId="553"/>
            <ac:cxnSpMk id="53" creationId="{6401818A-927F-377F-6DEE-119463D7B014}"/>
          </ac:cxnSpMkLst>
        </pc:cxnChg>
        <pc:cxnChg chg="mod">
          <ac:chgData name="Andrew Smart" userId="220f776b-ee05-4ab6-8921-7ed8c2c1bc74" providerId="ADAL" clId="{20230CC3-9856-4A01-B6B5-34E44EAB64F5}" dt="2025-10-21T01:14:58.882" v="4365" actId="554"/>
          <ac:cxnSpMkLst>
            <pc:docMk/>
            <pc:sldMk cId="2303933758" sldId="553"/>
            <ac:cxnSpMk id="56" creationId="{9B54CF33-F452-3686-C6A7-EEB852919B72}"/>
          </ac:cxnSpMkLst>
        </pc:cxnChg>
        <pc:cxnChg chg="mod">
          <ac:chgData name="Andrew Smart" userId="220f776b-ee05-4ab6-8921-7ed8c2c1bc74" providerId="ADAL" clId="{20230CC3-9856-4A01-B6B5-34E44EAB64F5}" dt="2025-10-21T01:13:15.770" v="4293" actId="14100"/>
          <ac:cxnSpMkLst>
            <pc:docMk/>
            <pc:sldMk cId="2303933758" sldId="553"/>
            <ac:cxnSpMk id="59" creationId="{27A6F1C7-4065-ABCF-D568-C408DACB40AD}"/>
          </ac:cxnSpMkLst>
        </pc:cxnChg>
        <pc:cxnChg chg="mod">
          <ac:chgData name="Andrew Smart" userId="220f776b-ee05-4ab6-8921-7ed8c2c1bc74" providerId="ADAL" clId="{20230CC3-9856-4A01-B6B5-34E44EAB64F5}" dt="2025-10-21T01:13:09.677" v="4291" actId="14100"/>
          <ac:cxnSpMkLst>
            <pc:docMk/>
            <pc:sldMk cId="2303933758" sldId="553"/>
            <ac:cxnSpMk id="62" creationId="{6F6B72BC-06B5-934F-1888-1DED91EF73E9}"/>
          </ac:cxnSpMkLst>
        </pc:cxnChg>
        <pc:cxnChg chg="mod">
          <ac:chgData name="Andrew Smart" userId="220f776b-ee05-4ab6-8921-7ed8c2c1bc74" providerId="ADAL" clId="{20230CC3-9856-4A01-B6B5-34E44EAB64F5}" dt="2025-10-21T01:14:49.520" v="4364" actId="465"/>
          <ac:cxnSpMkLst>
            <pc:docMk/>
            <pc:sldMk cId="2303933758" sldId="553"/>
            <ac:cxnSpMk id="66" creationId="{D0B26AC2-0373-F426-F756-AEAD2A3DFDDA}"/>
          </ac:cxnSpMkLst>
        </pc:cxnChg>
        <pc:cxnChg chg="mod">
          <ac:chgData name="Andrew Smart" userId="220f776b-ee05-4ab6-8921-7ed8c2c1bc74" providerId="ADAL" clId="{20230CC3-9856-4A01-B6B5-34E44EAB64F5}" dt="2025-10-21T01:13:52.783" v="4307" actId="408"/>
          <ac:cxnSpMkLst>
            <pc:docMk/>
            <pc:sldMk cId="2303933758" sldId="553"/>
            <ac:cxnSpMk id="70" creationId="{298D3856-F903-66EF-37BE-227F03DF521C}"/>
          </ac:cxnSpMkLst>
        </pc:cxnChg>
        <pc:cxnChg chg="mod">
          <ac:chgData name="Andrew Smart" userId="220f776b-ee05-4ab6-8921-7ed8c2c1bc74" providerId="ADAL" clId="{20230CC3-9856-4A01-B6B5-34E44EAB64F5}" dt="2025-10-21T01:14:02.631" v="4309" actId="14100"/>
          <ac:cxnSpMkLst>
            <pc:docMk/>
            <pc:sldMk cId="2303933758" sldId="553"/>
            <ac:cxnSpMk id="73" creationId="{13726996-C348-9783-7B2B-2FE647FF260B}"/>
          </ac:cxnSpMkLst>
        </pc:cxnChg>
        <pc:cxnChg chg="mod">
          <ac:chgData name="Andrew Smart" userId="220f776b-ee05-4ab6-8921-7ed8c2c1bc74" providerId="ADAL" clId="{20230CC3-9856-4A01-B6B5-34E44EAB64F5}" dt="2025-10-21T01:14:58.882" v="4365" actId="554"/>
          <ac:cxnSpMkLst>
            <pc:docMk/>
            <pc:sldMk cId="2303933758" sldId="553"/>
            <ac:cxnSpMk id="76" creationId="{17E9FBD8-FCAA-D019-BAFC-BDA5B507789A}"/>
          </ac:cxnSpMkLst>
        </pc:cxnChg>
        <pc:cxnChg chg="mod">
          <ac:chgData name="Andrew Smart" userId="220f776b-ee05-4ab6-8921-7ed8c2c1bc74" providerId="ADAL" clId="{20230CC3-9856-4A01-B6B5-34E44EAB64F5}" dt="2025-10-21T01:11:43.927" v="4277" actId="14100"/>
          <ac:cxnSpMkLst>
            <pc:docMk/>
            <pc:sldMk cId="2303933758" sldId="553"/>
            <ac:cxnSpMk id="79" creationId="{97A007A8-581B-C412-A496-3C2D7F71B4F6}"/>
          </ac:cxnSpMkLst>
        </pc:cxnChg>
        <pc:cxnChg chg="mod">
          <ac:chgData name="Andrew Smart" userId="220f776b-ee05-4ab6-8921-7ed8c2c1bc74" providerId="ADAL" clId="{20230CC3-9856-4A01-B6B5-34E44EAB64F5}" dt="2025-10-21T01:14:58.882" v="4365" actId="554"/>
          <ac:cxnSpMkLst>
            <pc:docMk/>
            <pc:sldMk cId="2303933758" sldId="553"/>
            <ac:cxnSpMk id="82" creationId="{B682BFF7-BD84-1678-6373-3FC2EBA361BC}"/>
          </ac:cxnSpMkLst>
        </pc:cxnChg>
        <pc:cxnChg chg="mod">
          <ac:chgData name="Andrew Smart" userId="220f776b-ee05-4ab6-8921-7ed8c2c1bc74" providerId="ADAL" clId="{20230CC3-9856-4A01-B6B5-34E44EAB64F5}" dt="2025-10-21T01:14:58.882" v="4365" actId="554"/>
          <ac:cxnSpMkLst>
            <pc:docMk/>
            <pc:sldMk cId="2303933758" sldId="553"/>
            <ac:cxnSpMk id="85" creationId="{BA9A5ED5-6116-5F9F-1167-D770A67A3236}"/>
          </ac:cxnSpMkLst>
        </pc:cxnChg>
        <pc:cxnChg chg="mod">
          <ac:chgData name="Andrew Smart" userId="220f776b-ee05-4ab6-8921-7ed8c2c1bc74" providerId="ADAL" clId="{20230CC3-9856-4A01-B6B5-34E44EAB64F5}" dt="2025-10-21T01:14:08.923" v="4310" actId="14100"/>
          <ac:cxnSpMkLst>
            <pc:docMk/>
            <pc:sldMk cId="2303933758" sldId="553"/>
            <ac:cxnSpMk id="88" creationId="{D3F5A7D8-B4F0-654D-138C-73FD882C95A3}"/>
          </ac:cxnSpMkLst>
        </pc:cxnChg>
      </pc:sldChg>
      <pc:sldChg chg="addSp delSp modSp add mod">
        <pc:chgData name="Andrew Smart" userId="220f776b-ee05-4ab6-8921-7ed8c2c1bc74" providerId="ADAL" clId="{20230CC3-9856-4A01-B6B5-34E44EAB64F5}" dt="2025-10-25T23:20:50.460" v="4963" actId="20577"/>
        <pc:sldMkLst>
          <pc:docMk/>
          <pc:sldMk cId="2954241531" sldId="554"/>
        </pc:sldMkLst>
        <pc:spChg chg="mod">
          <ac:chgData name="Andrew Smart" userId="220f776b-ee05-4ab6-8921-7ed8c2c1bc74" providerId="ADAL" clId="{20230CC3-9856-4A01-B6B5-34E44EAB64F5}" dt="2025-10-21T01:24:11.116" v="4484" actId="553"/>
          <ac:spMkLst>
            <pc:docMk/>
            <pc:sldMk cId="2954241531" sldId="554"/>
            <ac:spMk id="2" creationId="{CE34F072-4058-DCFB-4D80-719C6BA5AEFA}"/>
          </ac:spMkLst>
        </pc:spChg>
        <pc:spChg chg="mod">
          <ac:chgData name="Andrew Smart" userId="220f776b-ee05-4ab6-8921-7ed8c2c1bc74" providerId="ADAL" clId="{20230CC3-9856-4A01-B6B5-34E44EAB64F5}" dt="2025-10-21T01:38:51.038" v="4664" actId="11530"/>
          <ac:spMkLst>
            <pc:docMk/>
            <pc:sldMk cId="2954241531" sldId="554"/>
            <ac:spMk id="4" creationId="{8FDBE704-6D9D-30B6-BA5C-E516A58A213F}"/>
          </ac:spMkLst>
        </pc:spChg>
        <pc:spChg chg="mod ord">
          <ac:chgData name="Andrew Smart" userId="220f776b-ee05-4ab6-8921-7ed8c2c1bc74" providerId="ADAL" clId="{20230CC3-9856-4A01-B6B5-34E44EAB64F5}" dt="2025-10-21T01:36:01.102" v="4663" actId="555"/>
          <ac:spMkLst>
            <pc:docMk/>
            <pc:sldMk cId="2954241531" sldId="554"/>
            <ac:spMk id="5" creationId="{BB06C211-16D8-AA81-70C2-85F8718DEC5B}"/>
          </ac:spMkLst>
        </pc:spChg>
        <pc:spChg chg="mod ord">
          <ac:chgData name="Andrew Smart" userId="220f776b-ee05-4ab6-8921-7ed8c2c1bc74" providerId="ADAL" clId="{20230CC3-9856-4A01-B6B5-34E44EAB64F5}" dt="2025-10-21T01:36:01.102" v="4663" actId="555"/>
          <ac:spMkLst>
            <pc:docMk/>
            <pc:sldMk cId="2954241531" sldId="554"/>
            <ac:spMk id="6" creationId="{AE45B735-E30A-DF80-5E35-3E933327FD8B}"/>
          </ac:spMkLst>
        </pc:spChg>
        <pc:spChg chg="mod ord">
          <ac:chgData name="Andrew Smart" userId="220f776b-ee05-4ab6-8921-7ed8c2c1bc74" providerId="ADAL" clId="{20230CC3-9856-4A01-B6B5-34E44EAB64F5}" dt="2025-10-21T01:36:01.102" v="4663" actId="555"/>
          <ac:spMkLst>
            <pc:docMk/>
            <pc:sldMk cId="2954241531" sldId="554"/>
            <ac:spMk id="7" creationId="{A0E92565-FD2D-2BEC-A9FB-86370412F5C3}"/>
          </ac:spMkLst>
        </pc:spChg>
        <pc:spChg chg="mod ord">
          <ac:chgData name="Andrew Smart" userId="220f776b-ee05-4ab6-8921-7ed8c2c1bc74" providerId="ADAL" clId="{20230CC3-9856-4A01-B6B5-34E44EAB64F5}" dt="2025-10-21T01:36:01.102" v="4663" actId="555"/>
          <ac:spMkLst>
            <pc:docMk/>
            <pc:sldMk cId="2954241531" sldId="554"/>
            <ac:spMk id="8" creationId="{429D5308-5E85-22A0-E0A1-5E1547D911C2}"/>
          </ac:spMkLst>
        </pc:spChg>
        <pc:spChg chg="mod">
          <ac:chgData name="Andrew Smart" userId="220f776b-ee05-4ab6-8921-7ed8c2c1bc74" providerId="ADAL" clId="{20230CC3-9856-4A01-B6B5-34E44EAB64F5}" dt="2025-10-21T01:27:23.088" v="4511" actId="113"/>
          <ac:spMkLst>
            <pc:docMk/>
            <pc:sldMk cId="2954241531" sldId="554"/>
            <ac:spMk id="9" creationId="{D70170BB-0829-FFB8-5BD4-644DD6BDE10C}"/>
          </ac:spMkLst>
        </pc:spChg>
        <pc:spChg chg="mod">
          <ac:chgData name="Andrew Smart" userId="220f776b-ee05-4ab6-8921-7ed8c2c1bc74" providerId="ADAL" clId="{20230CC3-9856-4A01-B6B5-34E44EAB64F5}" dt="2025-10-21T01:30:54.261" v="4600" actId="553"/>
          <ac:spMkLst>
            <pc:docMk/>
            <pc:sldMk cId="2954241531" sldId="554"/>
            <ac:spMk id="10" creationId="{1DA2ECBF-F7C5-F95A-D1DA-ADE45F2C30A1}"/>
          </ac:spMkLst>
        </pc:spChg>
        <pc:spChg chg="mod">
          <ac:chgData name="Andrew Smart" userId="220f776b-ee05-4ab6-8921-7ed8c2c1bc74" providerId="ADAL" clId="{20230CC3-9856-4A01-B6B5-34E44EAB64F5}" dt="2025-10-21T01:27:23.088" v="4511" actId="113"/>
          <ac:spMkLst>
            <pc:docMk/>
            <pc:sldMk cId="2954241531" sldId="554"/>
            <ac:spMk id="11" creationId="{233A0F67-2C09-F091-19EC-A40C9BE75247}"/>
          </ac:spMkLst>
        </pc:spChg>
        <pc:spChg chg="mod">
          <ac:chgData name="Andrew Smart" userId="220f776b-ee05-4ab6-8921-7ed8c2c1bc74" providerId="ADAL" clId="{20230CC3-9856-4A01-B6B5-34E44EAB64F5}" dt="2025-10-21T01:27:03.181" v="4509" actId="20577"/>
          <ac:spMkLst>
            <pc:docMk/>
            <pc:sldMk cId="2954241531" sldId="554"/>
            <ac:spMk id="12" creationId="{84811608-DABA-E1CB-77AC-85F1F1C95A26}"/>
          </ac:spMkLst>
        </pc:spChg>
        <pc:spChg chg="mod">
          <ac:chgData name="Andrew Smart" userId="220f776b-ee05-4ab6-8921-7ed8c2c1bc74" providerId="ADAL" clId="{20230CC3-9856-4A01-B6B5-34E44EAB64F5}" dt="2025-10-21T01:27:23.088" v="4511" actId="113"/>
          <ac:spMkLst>
            <pc:docMk/>
            <pc:sldMk cId="2954241531" sldId="554"/>
            <ac:spMk id="13" creationId="{482DD302-9E21-B79E-CFCA-17F5434C0EC3}"/>
          </ac:spMkLst>
        </pc:spChg>
        <pc:spChg chg="mod">
          <ac:chgData name="Andrew Smart" userId="220f776b-ee05-4ab6-8921-7ed8c2c1bc74" providerId="ADAL" clId="{20230CC3-9856-4A01-B6B5-34E44EAB64F5}" dt="2025-10-21T01:27:23.088" v="4511" actId="113"/>
          <ac:spMkLst>
            <pc:docMk/>
            <pc:sldMk cId="2954241531" sldId="554"/>
            <ac:spMk id="14" creationId="{6E120EB0-BB08-AE7B-A318-E7066B013FC2}"/>
          </ac:spMkLst>
        </pc:spChg>
        <pc:spChg chg="mod">
          <ac:chgData name="Andrew Smart" userId="220f776b-ee05-4ab6-8921-7ed8c2c1bc74" providerId="ADAL" clId="{20230CC3-9856-4A01-B6B5-34E44EAB64F5}" dt="2025-10-21T01:24:59.342" v="4491" actId="408"/>
          <ac:spMkLst>
            <pc:docMk/>
            <pc:sldMk cId="2954241531" sldId="554"/>
            <ac:spMk id="15" creationId="{3B83D62D-B5AE-B2C8-4B60-3606EE0641AE}"/>
          </ac:spMkLst>
        </pc:spChg>
        <pc:spChg chg="mod">
          <ac:chgData name="Andrew Smart" userId="220f776b-ee05-4ab6-8921-7ed8c2c1bc74" providerId="ADAL" clId="{20230CC3-9856-4A01-B6B5-34E44EAB64F5}" dt="2025-10-21T01:27:23.088" v="4511" actId="113"/>
          <ac:spMkLst>
            <pc:docMk/>
            <pc:sldMk cId="2954241531" sldId="554"/>
            <ac:spMk id="16" creationId="{DA5C2B5E-5BA2-66ED-1C1F-042BB0E81567}"/>
          </ac:spMkLst>
        </pc:spChg>
        <pc:spChg chg="mod">
          <ac:chgData name="Andrew Smart" userId="220f776b-ee05-4ab6-8921-7ed8c2c1bc74" providerId="ADAL" clId="{20230CC3-9856-4A01-B6B5-34E44EAB64F5}" dt="2025-10-21T01:30:59.142" v="4601" actId="552"/>
          <ac:spMkLst>
            <pc:docMk/>
            <pc:sldMk cId="2954241531" sldId="554"/>
            <ac:spMk id="17" creationId="{84710195-1E90-930A-5D96-34990E2BF0D1}"/>
          </ac:spMkLst>
        </pc:spChg>
        <pc:spChg chg="mod">
          <ac:chgData name="Andrew Smart" userId="220f776b-ee05-4ab6-8921-7ed8c2c1bc74" providerId="ADAL" clId="{20230CC3-9856-4A01-B6B5-34E44EAB64F5}" dt="2025-10-21T01:27:23.088" v="4511" actId="113"/>
          <ac:spMkLst>
            <pc:docMk/>
            <pc:sldMk cId="2954241531" sldId="554"/>
            <ac:spMk id="18" creationId="{8AFCFB67-F270-5168-5FF9-958EAE9A72D9}"/>
          </ac:spMkLst>
        </pc:spChg>
        <pc:spChg chg="add mod">
          <ac:chgData name="Andrew Smart" userId="220f776b-ee05-4ab6-8921-7ed8c2c1bc74" providerId="ADAL" clId="{20230CC3-9856-4A01-B6B5-34E44EAB64F5}" dt="2025-10-21T01:35:23.937" v="4659" actId="555"/>
          <ac:spMkLst>
            <pc:docMk/>
            <pc:sldMk cId="2954241531" sldId="554"/>
            <ac:spMk id="19" creationId="{410E907B-7F8C-B99E-28F3-234925159343}"/>
          </ac:spMkLst>
        </pc:spChg>
        <pc:spChg chg="mod">
          <ac:chgData name="Andrew Smart" userId="220f776b-ee05-4ab6-8921-7ed8c2c1bc74" providerId="ADAL" clId="{20230CC3-9856-4A01-B6B5-34E44EAB64F5}" dt="2025-10-21T01:30:34.608" v="4598" actId="553"/>
          <ac:spMkLst>
            <pc:docMk/>
            <pc:sldMk cId="2954241531" sldId="554"/>
            <ac:spMk id="20" creationId="{85343C77-EF3A-EC32-1F4F-009225936B11}"/>
          </ac:spMkLst>
        </pc:spChg>
        <pc:spChg chg="mod">
          <ac:chgData name="Andrew Smart" userId="220f776b-ee05-4ab6-8921-7ed8c2c1bc74" providerId="ADAL" clId="{20230CC3-9856-4A01-B6B5-34E44EAB64F5}" dt="2025-10-21T01:32:45.123" v="4614" actId="242"/>
          <ac:spMkLst>
            <pc:docMk/>
            <pc:sldMk cId="2954241531" sldId="554"/>
            <ac:spMk id="39" creationId="{CA957B66-BD24-C707-E74A-FCA9D50F52F6}"/>
          </ac:spMkLst>
        </pc:spChg>
        <pc:spChg chg="mod">
          <ac:chgData name="Andrew Smart" userId="220f776b-ee05-4ab6-8921-7ed8c2c1bc74" providerId="ADAL" clId="{20230CC3-9856-4A01-B6B5-34E44EAB64F5}" dt="2025-10-25T23:20:42.561" v="4950" actId="20577"/>
          <ac:spMkLst>
            <pc:docMk/>
            <pc:sldMk cId="2954241531" sldId="554"/>
            <ac:spMk id="52" creationId="{AC613138-B85F-C644-A4E2-A299EFE95C29}"/>
          </ac:spMkLst>
        </pc:spChg>
        <pc:spChg chg="mod">
          <ac:chgData name="Andrew Smart" userId="220f776b-ee05-4ab6-8921-7ed8c2c1bc74" providerId="ADAL" clId="{20230CC3-9856-4A01-B6B5-34E44EAB64F5}" dt="2025-10-21T01:30:27.149" v="4597" actId="552"/>
          <ac:spMkLst>
            <pc:docMk/>
            <pc:sldMk cId="2954241531" sldId="554"/>
            <ac:spMk id="65" creationId="{A96F018F-70DC-F72B-A73F-FE34803096BD}"/>
          </ac:spMkLst>
        </pc:spChg>
        <pc:spChg chg="mod">
          <ac:chgData name="Andrew Smart" userId="220f776b-ee05-4ab6-8921-7ed8c2c1bc74" providerId="ADAL" clId="{20230CC3-9856-4A01-B6B5-34E44EAB64F5}" dt="2025-10-25T23:20:50.460" v="4963" actId="20577"/>
          <ac:spMkLst>
            <pc:docMk/>
            <pc:sldMk cId="2954241531" sldId="554"/>
            <ac:spMk id="69" creationId="{720D09EF-611D-65D1-A993-ED53C2A51B4E}"/>
          </ac:spMkLst>
        </pc:spChg>
        <pc:cxnChg chg="add mod">
          <ac:chgData name="Andrew Smart" userId="220f776b-ee05-4ab6-8921-7ed8c2c1bc74" providerId="ADAL" clId="{20230CC3-9856-4A01-B6B5-34E44EAB64F5}" dt="2025-10-21T01:30:27.149" v="4597" actId="552"/>
          <ac:cxnSpMkLst>
            <pc:docMk/>
            <pc:sldMk cId="2954241531" sldId="554"/>
            <ac:cxnSpMk id="38" creationId="{C8730E9D-44C8-39D4-451F-AD48423797FD}"/>
          </ac:cxnSpMkLst>
        </pc:cxnChg>
        <pc:cxnChg chg="add mod">
          <ac:chgData name="Andrew Smart" userId="220f776b-ee05-4ab6-8921-7ed8c2c1bc74" providerId="ADAL" clId="{20230CC3-9856-4A01-B6B5-34E44EAB64F5}" dt="2025-10-21T01:28:08.487" v="4554" actId="14100"/>
          <ac:cxnSpMkLst>
            <pc:docMk/>
            <pc:sldMk cId="2954241531" sldId="554"/>
            <ac:cxnSpMk id="44" creationId="{355B2E37-CC09-7DE7-B4F3-AB06E17B1DAF}"/>
          </ac:cxnSpMkLst>
        </pc:cxnChg>
        <pc:cxnChg chg="add mod">
          <ac:chgData name="Andrew Smart" userId="220f776b-ee05-4ab6-8921-7ed8c2c1bc74" providerId="ADAL" clId="{20230CC3-9856-4A01-B6B5-34E44EAB64F5}" dt="2025-10-21T01:30:54.261" v="4600" actId="553"/>
          <ac:cxnSpMkLst>
            <pc:docMk/>
            <pc:sldMk cId="2954241531" sldId="554"/>
            <ac:cxnSpMk id="48" creationId="{870DE4AB-76B6-14A2-7A9F-648AD6B5B45B}"/>
          </ac:cxnSpMkLst>
        </pc:cxnChg>
        <pc:cxnChg chg="add mod">
          <ac:chgData name="Andrew Smart" userId="220f776b-ee05-4ab6-8921-7ed8c2c1bc74" providerId="ADAL" clId="{20230CC3-9856-4A01-B6B5-34E44EAB64F5}" dt="2025-10-21T01:28:39.882" v="4566" actId="14100"/>
          <ac:cxnSpMkLst>
            <pc:docMk/>
            <pc:sldMk cId="2954241531" sldId="554"/>
            <ac:cxnSpMk id="54" creationId="{FCEC5491-523E-E280-2473-1596145DA649}"/>
          </ac:cxnSpMkLst>
        </pc:cxnChg>
        <pc:cxnChg chg="add mod">
          <ac:chgData name="Andrew Smart" userId="220f776b-ee05-4ab6-8921-7ed8c2c1bc74" providerId="ADAL" clId="{20230CC3-9856-4A01-B6B5-34E44EAB64F5}" dt="2025-10-21T01:28:44" v="4567" actId="14100"/>
          <ac:cxnSpMkLst>
            <pc:docMk/>
            <pc:sldMk cId="2954241531" sldId="554"/>
            <ac:cxnSpMk id="60" creationId="{BF1CB54A-3855-A6C8-1D32-84DED625ABD1}"/>
          </ac:cxnSpMkLst>
        </pc:cxnChg>
        <pc:cxnChg chg="add mod">
          <ac:chgData name="Andrew Smart" userId="220f776b-ee05-4ab6-8921-7ed8c2c1bc74" providerId="ADAL" clId="{20230CC3-9856-4A01-B6B5-34E44EAB64F5}" dt="2025-10-21T01:29:11.721" v="4576" actId="408"/>
          <ac:cxnSpMkLst>
            <pc:docMk/>
            <pc:sldMk cId="2954241531" sldId="554"/>
            <ac:cxnSpMk id="68" creationId="{0CE71EF8-9832-F2AE-4046-CF76052F8509}"/>
          </ac:cxnSpMkLst>
        </pc:cxnChg>
        <pc:cxnChg chg="mod">
          <ac:chgData name="Andrew Smart" userId="220f776b-ee05-4ab6-8921-7ed8c2c1bc74" providerId="ADAL" clId="{20230CC3-9856-4A01-B6B5-34E44EAB64F5}" dt="2025-10-21T01:30:59.142" v="4601" actId="552"/>
          <ac:cxnSpMkLst>
            <pc:docMk/>
            <pc:sldMk cId="2954241531" sldId="554"/>
            <ac:cxnSpMk id="70" creationId="{0E8C354B-8E13-CD5B-0BCC-390DA22D461E}"/>
          </ac:cxnSpMkLst>
        </pc:cxnChg>
        <pc:cxnChg chg="mod">
          <ac:chgData name="Andrew Smart" userId="220f776b-ee05-4ab6-8921-7ed8c2c1bc74" providerId="ADAL" clId="{20230CC3-9856-4A01-B6B5-34E44EAB64F5}" dt="2025-10-21T01:26:22.767" v="4504" actId="408"/>
          <ac:cxnSpMkLst>
            <pc:docMk/>
            <pc:sldMk cId="2954241531" sldId="554"/>
            <ac:cxnSpMk id="73" creationId="{233E1712-54D1-4381-201E-9F19DF66CEEB}"/>
          </ac:cxnSpMkLst>
        </pc:cxnChg>
        <pc:cxnChg chg="add mod">
          <ac:chgData name="Andrew Smart" userId="220f776b-ee05-4ab6-8921-7ed8c2c1bc74" providerId="ADAL" clId="{20230CC3-9856-4A01-B6B5-34E44EAB64F5}" dt="2025-10-21T01:29:22.370" v="4579" actId="14100"/>
          <ac:cxnSpMkLst>
            <pc:docMk/>
            <pc:sldMk cId="2954241531" sldId="554"/>
            <ac:cxnSpMk id="74" creationId="{AE715F40-7007-44F7-9665-67A7168B4A33}"/>
          </ac:cxnSpMkLst>
        </pc:cxnChg>
        <pc:cxnChg chg="mod">
          <ac:chgData name="Andrew Smart" userId="220f776b-ee05-4ab6-8921-7ed8c2c1bc74" providerId="ADAL" clId="{20230CC3-9856-4A01-B6B5-34E44EAB64F5}" dt="2025-10-21T01:30:34.608" v="4598" actId="553"/>
          <ac:cxnSpMkLst>
            <pc:docMk/>
            <pc:sldMk cId="2954241531" sldId="554"/>
            <ac:cxnSpMk id="76" creationId="{20EAFEF1-6D19-5618-BE5F-47D17EDAE638}"/>
          </ac:cxnSpMkLst>
        </pc:cxnChg>
        <pc:cxnChg chg="add mod">
          <ac:chgData name="Andrew Smart" userId="220f776b-ee05-4ab6-8921-7ed8c2c1bc74" providerId="ADAL" clId="{20230CC3-9856-4A01-B6B5-34E44EAB64F5}" dt="2025-10-21T01:29:28.935" v="4582" actId="14100"/>
          <ac:cxnSpMkLst>
            <pc:docMk/>
            <pc:sldMk cId="2954241531" sldId="554"/>
            <ac:cxnSpMk id="78" creationId="{7523C4D2-640F-15FF-22BA-7B458810F9E3}"/>
          </ac:cxnSpMkLst>
        </pc:cxnChg>
        <pc:cxnChg chg="mod">
          <ac:chgData name="Andrew Smart" userId="220f776b-ee05-4ab6-8921-7ed8c2c1bc74" providerId="ADAL" clId="{20230CC3-9856-4A01-B6B5-34E44EAB64F5}" dt="2025-10-21T01:33:31.644" v="4620" actId="14100"/>
          <ac:cxnSpMkLst>
            <pc:docMk/>
            <pc:sldMk cId="2954241531" sldId="554"/>
            <ac:cxnSpMk id="82" creationId="{992A0E47-985F-0FBC-165A-9DC39063AF5D}"/>
          </ac:cxnSpMkLst>
        </pc:cxnChg>
        <pc:cxnChg chg="add mod">
          <ac:chgData name="Andrew Smart" userId="220f776b-ee05-4ab6-8921-7ed8c2c1bc74" providerId="ADAL" clId="{20230CC3-9856-4A01-B6B5-34E44EAB64F5}" dt="2025-10-21T01:29:33.921" v="4585" actId="14100"/>
          <ac:cxnSpMkLst>
            <pc:docMk/>
            <pc:sldMk cId="2954241531" sldId="554"/>
            <ac:cxnSpMk id="83" creationId="{22AD6CEF-3F19-5680-13F0-F5D8BCD9FEB0}"/>
          </ac:cxnSpMkLst>
        </pc:cxnChg>
        <pc:cxnChg chg="mod">
          <ac:chgData name="Andrew Smart" userId="220f776b-ee05-4ab6-8921-7ed8c2c1bc74" providerId="ADAL" clId="{20230CC3-9856-4A01-B6B5-34E44EAB64F5}" dt="2025-10-21T01:33:40.636" v="4622" actId="14100"/>
          <ac:cxnSpMkLst>
            <pc:docMk/>
            <pc:sldMk cId="2954241531" sldId="554"/>
            <ac:cxnSpMk id="85" creationId="{C24AC6C5-C1F5-9DF7-69C0-74C9C8960C40}"/>
          </ac:cxnSpMkLst>
        </pc:cxnChg>
        <pc:cxnChg chg="mod">
          <ac:chgData name="Andrew Smart" userId="220f776b-ee05-4ab6-8921-7ed8c2c1bc74" providerId="ADAL" clId="{20230CC3-9856-4A01-B6B5-34E44EAB64F5}" dt="2025-10-21T01:33:36.401" v="4621" actId="14100"/>
          <ac:cxnSpMkLst>
            <pc:docMk/>
            <pc:sldMk cId="2954241531" sldId="554"/>
            <ac:cxnSpMk id="88" creationId="{F4FA3890-1DFB-65EA-A6E6-B06B93951276}"/>
          </ac:cxnSpMkLst>
        </pc:cxnChg>
      </pc:sldChg>
      <pc:sldChg chg="addSp delSp modSp new del mod modClrScheme chgLayout">
        <pc:chgData name="Andrew Smart" userId="220f776b-ee05-4ab6-8921-7ed8c2c1bc74" providerId="ADAL" clId="{20230CC3-9856-4A01-B6B5-34E44EAB64F5}" dt="2025-10-23T06:33:04.408" v="4806" actId="47"/>
        <pc:sldMkLst>
          <pc:docMk/>
          <pc:sldMk cId="512714836" sldId="555"/>
        </pc:sldMkLst>
      </pc:sldChg>
      <pc:sldChg chg="modSp add mod">
        <pc:chgData name="Andrew Smart" userId="220f776b-ee05-4ab6-8921-7ed8c2c1bc74" providerId="ADAL" clId="{20230CC3-9856-4A01-B6B5-34E44EAB64F5}" dt="2025-10-24T23:07:53.217" v="4841" actId="6549"/>
        <pc:sldMkLst>
          <pc:docMk/>
          <pc:sldMk cId="1120560943" sldId="555"/>
        </pc:sldMkLst>
        <pc:spChg chg="mod">
          <ac:chgData name="Andrew Smart" userId="220f776b-ee05-4ab6-8921-7ed8c2c1bc74" providerId="ADAL" clId="{20230CC3-9856-4A01-B6B5-34E44EAB64F5}" dt="2025-10-24T23:07:19.374" v="4823" actId="20577"/>
          <ac:spMkLst>
            <pc:docMk/>
            <pc:sldMk cId="1120560943" sldId="555"/>
            <ac:spMk id="11" creationId="{260CDE09-065A-FADA-3011-B307A15C3C09}"/>
          </ac:spMkLst>
        </pc:spChg>
        <pc:spChg chg="mod">
          <ac:chgData name="Andrew Smart" userId="220f776b-ee05-4ab6-8921-7ed8c2c1bc74" providerId="ADAL" clId="{20230CC3-9856-4A01-B6B5-34E44EAB64F5}" dt="2025-10-24T23:07:22.784" v="4825" actId="6549"/>
          <ac:spMkLst>
            <pc:docMk/>
            <pc:sldMk cId="1120560943" sldId="555"/>
            <ac:spMk id="12" creationId="{702AC83D-7A03-6A3F-8E6B-5C50C65B3BBD}"/>
          </ac:spMkLst>
        </pc:spChg>
        <pc:spChg chg="mod">
          <ac:chgData name="Andrew Smart" userId="220f776b-ee05-4ab6-8921-7ed8c2c1bc74" providerId="ADAL" clId="{20230CC3-9856-4A01-B6B5-34E44EAB64F5}" dt="2025-10-24T23:07:48.830" v="4839" actId="20577"/>
          <ac:spMkLst>
            <pc:docMk/>
            <pc:sldMk cId="1120560943" sldId="555"/>
            <ac:spMk id="13" creationId="{7DCCFDB1-F32D-D965-1564-5533D062CF16}"/>
          </ac:spMkLst>
        </pc:spChg>
        <pc:spChg chg="mod">
          <ac:chgData name="Andrew Smart" userId="220f776b-ee05-4ab6-8921-7ed8c2c1bc74" providerId="ADAL" clId="{20230CC3-9856-4A01-B6B5-34E44EAB64F5}" dt="2025-10-24T23:07:46.086" v="4838" actId="6549"/>
          <ac:spMkLst>
            <pc:docMk/>
            <pc:sldMk cId="1120560943" sldId="555"/>
            <ac:spMk id="14" creationId="{47720225-8E48-F0BE-2615-35A43A0E8FE1}"/>
          </ac:spMkLst>
        </pc:spChg>
        <pc:spChg chg="mod">
          <ac:chgData name="Andrew Smart" userId="220f776b-ee05-4ab6-8921-7ed8c2c1bc74" providerId="ADAL" clId="{20230CC3-9856-4A01-B6B5-34E44EAB64F5}" dt="2025-10-24T23:07:24.859" v="4826" actId="6549"/>
          <ac:spMkLst>
            <pc:docMk/>
            <pc:sldMk cId="1120560943" sldId="555"/>
            <ac:spMk id="15" creationId="{4AA3998F-A031-4DB8-FF4F-BF1E2F4416F5}"/>
          </ac:spMkLst>
        </pc:spChg>
        <pc:spChg chg="mod">
          <ac:chgData name="Andrew Smart" userId="220f776b-ee05-4ab6-8921-7ed8c2c1bc74" providerId="ADAL" clId="{20230CC3-9856-4A01-B6B5-34E44EAB64F5}" dt="2025-10-24T23:07:29.284" v="4828" actId="6549"/>
          <ac:spMkLst>
            <pc:docMk/>
            <pc:sldMk cId="1120560943" sldId="555"/>
            <ac:spMk id="16" creationId="{6F1D4A79-CD24-AE9F-9AEF-97EF9F11D6F6}"/>
          </ac:spMkLst>
        </pc:spChg>
        <pc:spChg chg="mod">
          <ac:chgData name="Andrew Smart" userId="220f776b-ee05-4ab6-8921-7ed8c2c1bc74" providerId="ADAL" clId="{20230CC3-9856-4A01-B6B5-34E44EAB64F5}" dt="2025-10-24T23:07:27.206" v="4827" actId="6549"/>
          <ac:spMkLst>
            <pc:docMk/>
            <pc:sldMk cId="1120560943" sldId="555"/>
            <ac:spMk id="17" creationId="{1B143E22-EF39-2971-DCE2-FFEEE7E13C92}"/>
          </ac:spMkLst>
        </pc:spChg>
        <pc:spChg chg="mod">
          <ac:chgData name="Andrew Smart" userId="220f776b-ee05-4ab6-8921-7ed8c2c1bc74" providerId="ADAL" clId="{20230CC3-9856-4A01-B6B5-34E44EAB64F5}" dt="2025-10-24T23:07:50.868" v="4840" actId="6549"/>
          <ac:spMkLst>
            <pc:docMk/>
            <pc:sldMk cId="1120560943" sldId="555"/>
            <ac:spMk id="18" creationId="{A5573DA6-8057-D027-B65D-515144970EC4}"/>
          </ac:spMkLst>
        </pc:spChg>
        <pc:spChg chg="mod">
          <ac:chgData name="Andrew Smart" userId="220f776b-ee05-4ab6-8921-7ed8c2c1bc74" providerId="ADAL" clId="{20230CC3-9856-4A01-B6B5-34E44EAB64F5}" dt="2025-10-24T23:07:43.767" v="4837" actId="6549"/>
          <ac:spMkLst>
            <pc:docMk/>
            <pc:sldMk cId="1120560943" sldId="555"/>
            <ac:spMk id="19" creationId="{E7B6F50C-4783-A69F-69FA-3643612E297F}"/>
          </ac:spMkLst>
        </pc:spChg>
        <pc:spChg chg="mod">
          <ac:chgData name="Andrew Smart" userId="220f776b-ee05-4ab6-8921-7ed8c2c1bc74" providerId="ADAL" clId="{20230CC3-9856-4A01-B6B5-34E44EAB64F5}" dt="2025-10-24T23:07:41.812" v="4835" actId="6549"/>
          <ac:spMkLst>
            <pc:docMk/>
            <pc:sldMk cId="1120560943" sldId="555"/>
            <ac:spMk id="20" creationId="{7710954F-0048-609A-3407-25B73D9C59EE}"/>
          </ac:spMkLst>
        </pc:spChg>
        <pc:spChg chg="mod">
          <ac:chgData name="Andrew Smart" userId="220f776b-ee05-4ab6-8921-7ed8c2c1bc74" providerId="ADAL" clId="{20230CC3-9856-4A01-B6B5-34E44EAB64F5}" dt="2025-10-24T23:07:38.930" v="4833" actId="6549"/>
          <ac:spMkLst>
            <pc:docMk/>
            <pc:sldMk cId="1120560943" sldId="555"/>
            <ac:spMk id="21" creationId="{C507CC32-4A3C-3667-193E-C72FE427A88F}"/>
          </ac:spMkLst>
        </pc:spChg>
        <pc:spChg chg="mod">
          <ac:chgData name="Andrew Smart" userId="220f776b-ee05-4ab6-8921-7ed8c2c1bc74" providerId="ADAL" clId="{20230CC3-9856-4A01-B6B5-34E44EAB64F5}" dt="2025-10-24T23:07:53.217" v="4841" actId="6549"/>
          <ac:spMkLst>
            <pc:docMk/>
            <pc:sldMk cId="1120560943" sldId="555"/>
            <ac:spMk id="25" creationId="{CC06BB09-DF8C-E9C8-EC83-1ED3441A3282}"/>
          </ac:spMkLst>
        </pc:spChg>
        <pc:spChg chg="mod">
          <ac:chgData name="Andrew Smart" userId="220f776b-ee05-4ab6-8921-7ed8c2c1bc74" providerId="ADAL" clId="{20230CC3-9856-4A01-B6B5-34E44EAB64F5}" dt="2025-10-24T23:07:15.636" v="4822" actId="6549"/>
          <ac:spMkLst>
            <pc:docMk/>
            <pc:sldMk cId="1120560943" sldId="555"/>
            <ac:spMk id="27" creationId="{6B5DDEB5-211A-32BC-D586-46657028624F}"/>
          </ac:spMkLst>
        </pc:spChg>
        <pc:spChg chg="mod">
          <ac:chgData name="Andrew Smart" userId="220f776b-ee05-4ab6-8921-7ed8c2c1bc74" providerId="ADAL" clId="{20230CC3-9856-4A01-B6B5-34E44EAB64F5}" dt="2025-10-24T23:07:31.188" v="4829" actId="6549"/>
          <ac:spMkLst>
            <pc:docMk/>
            <pc:sldMk cId="1120560943" sldId="555"/>
            <ac:spMk id="39" creationId="{15841E11-7538-3A6F-2F11-18D8D899FD42}"/>
          </ac:spMkLst>
        </pc:spChg>
        <pc:spChg chg="mod">
          <ac:chgData name="Andrew Smart" userId="220f776b-ee05-4ab6-8921-7ed8c2c1bc74" providerId="ADAL" clId="{20230CC3-9856-4A01-B6B5-34E44EAB64F5}" dt="2025-10-24T23:07:33.122" v="4830" actId="6549"/>
          <ac:spMkLst>
            <pc:docMk/>
            <pc:sldMk cId="1120560943" sldId="555"/>
            <ac:spMk id="41" creationId="{49B19E98-F23C-BE56-0D3D-040CC961745D}"/>
          </ac:spMkLst>
        </pc:spChg>
        <pc:spChg chg="mod">
          <ac:chgData name="Andrew Smart" userId="220f776b-ee05-4ab6-8921-7ed8c2c1bc74" providerId="ADAL" clId="{20230CC3-9856-4A01-B6B5-34E44EAB64F5}" dt="2025-10-24T23:07:35.317" v="4831" actId="6549"/>
          <ac:spMkLst>
            <pc:docMk/>
            <pc:sldMk cId="1120560943" sldId="555"/>
            <ac:spMk id="42" creationId="{AE958FE7-93A1-02E5-7FCB-1184ABC8EA49}"/>
          </ac:spMkLst>
        </pc:spChg>
      </pc:sldChg>
      <pc:sldChg chg="addSp delSp modSp new mod modClrScheme chgLayout">
        <pc:chgData name="Andrew Smart" userId="220f776b-ee05-4ab6-8921-7ed8c2c1bc74" providerId="ADAL" clId="{20230CC3-9856-4A01-B6B5-34E44EAB64F5}" dt="2025-10-24T23:08:40.540" v="4844" actId="26606"/>
        <pc:sldMkLst>
          <pc:docMk/>
          <pc:sldMk cId="1919910855" sldId="556"/>
        </pc:sldMkLst>
        <pc:picChg chg="add mod">
          <ac:chgData name="Andrew Smart" userId="220f776b-ee05-4ab6-8921-7ed8c2c1bc74" providerId="ADAL" clId="{20230CC3-9856-4A01-B6B5-34E44EAB64F5}" dt="2025-10-24T23:08:40.540" v="4844" actId="26606"/>
          <ac:picMkLst>
            <pc:docMk/>
            <pc:sldMk cId="1919910855" sldId="556"/>
            <ac:picMk id="4" creationId="{DE471326-956E-8FC0-BAF4-D8CFF41FFAC0}"/>
          </ac:picMkLst>
        </pc:picChg>
      </pc:sldChg>
      <pc:sldChg chg="addSp delSp modSp add mod">
        <pc:chgData name="Andrew Smart" userId="220f776b-ee05-4ab6-8921-7ed8c2c1bc74" providerId="ADAL" clId="{20230CC3-9856-4A01-B6B5-34E44EAB64F5}" dt="2025-10-25T14:24:42.343" v="4940" actId="692"/>
        <pc:sldMkLst>
          <pc:docMk/>
          <pc:sldMk cId="1005429129" sldId="557"/>
        </pc:sldMkLst>
        <pc:spChg chg="mod">
          <ac:chgData name="Andrew Smart" userId="220f776b-ee05-4ab6-8921-7ed8c2c1bc74" providerId="ADAL" clId="{20230CC3-9856-4A01-B6B5-34E44EAB64F5}" dt="2025-10-25T14:20:05.744" v="4907" actId="552"/>
          <ac:spMkLst>
            <pc:docMk/>
            <pc:sldMk cId="1005429129" sldId="557"/>
            <ac:spMk id="2" creationId="{7FD83F3A-CEB3-923D-8D28-89F3733B5F66}"/>
          </ac:spMkLst>
        </pc:spChg>
        <pc:spChg chg="mod">
          <ac:chgData name="Andrew Smart" userId="220f776b-ee05-4ab6-8921-7ed8c2c1bc74" providerId="ADAL" clId="{20230CC3-9856-4A01-B6B5-34E44EAB64F5}" dt="2025-10-25T14:23:12.124" v="4930" actId="6549"/>
          <ac:spMkLst>
            <pc:docMk/>
            <pc:sldMk cId="1005429129" sldId="557"/>
            <ac:spMk id="6" creationId="{DA99817E-A084-85AC-2150-9FA91119D640}"/>
          </ac:spMkLst>
        </pc:spChg>
        <pc:spChg chg="add del mod">
          <ac:chgData name="Andrew Smart" userId="220f776b-ee05-4ab6-8921-7ed8c2c1bc74" providerId="ADAL" clId="{20230CC3-9856-4A01-B6B5-34E44EAB64F5}" dt="2025-10-25T14:22:17.425" v="4924" actId="478"/>
          <ac:spMkLst>
            <pc:docMk/>
            <pc:sldMk cId="1005429129" sldId="557"/>
            <ac:spMk id="19" creationId="{982A4BA3-5A26-020F-F974-8905D42ADAC8}"/>
          </ac:spMkLst>
        </pc:spChg>
        <pc:spChg chg="mod">
          <ac:chgData name="Andrew Smart" userId="220f776b-ee05-4ab6-8921-7ed8c2c1bc74" providerId="ADAL" clId="{20230CC3-9856-4A01-B6B5-34E44EAB64F5}" dt="2025-10-25T14:20:57.107" v="4910" actId="554"/>
          <ac:spMkLst>
            <pc:docMk/>
            <pc:sldMk cId="1005429129" sldId="557"/>
            <ac:spMk id="21" creationId="{5FA5E1C1-8FA3-7F04-D1EE-7ECF904ACD10}"/>
          </ac:spMkLst>
        </pc:spChg>
        <pc:spChg chg="mod">
          <ac:chgData name="Andrew Smart" userId="220f776b-ee05-4ab6-8921-7ed8c2c1bc74" providerId="ADAL" clId="{20230CC3-9856-4A01-B6B5-34E44EAB64F5}" dt="2025-10-25T14:21:02.074" v="4911" actId="408"/>
          <ac:spMkLst>
            <pc:docMk/>
            <pc:sldMk cId="1005429129" sldId="557"/>
            <ac:spMk id="39" creationId="{7599E4CC-B03A-1946-74E8-B07C07E150B7}"/>
          </ac:spMkLst>
        </pc:spChg>
        <pc:spChg chg="mod">
          <ac:chgData name="Andrew Smart" userId="220f776b-ee05-4ab6-8921-7ed8c2c1bc74" providerId="ADAL" clId="{20230CC3-9856-4A01-B6B5-34E44EAB64F5}" dt="2025-10-25T14:21:02.074" v="4911" actId="408"/>
          <ac:spMkLst>
            <pc:docMk/>
            <pc:sldMk cId="1005429129" sldId="557"/>
            <ac:spMk id="52" creationId="{B2CD8A09-3A30-47FA-1AF0-5A823FBECCD5}"/>
          </ac:spMkLst>
        </pc:spChg>
        <pc:spChg chg="del">
          <ac:chgData name="Andrew Smart" userId="220f776b-ee05-4ab6-8921-7ed8c2c1bc74" providerId="ADAL" clId="{20230CC3-9856-4A01-B6B5-34E44EAB64F5}" dt="2025-10-25T14:22:21.379" v="4925" actId="478"/>
          <ac:spMkLst>
            <pc:docMk/>
            <pc:sldMk cId="1005429129" sldId="557"/>
            <ac:spMk id="63" creationId="{C8ABBE38-8D03-B0E0-3C91-D4C9E858D883}"/>
          </ac:spMkLst>
        </pc:spChg>
        <pc:spChg chg="mod">
          <ac:chgData name="Andrew Smart" userId="220f776b-ee05-4ab6-8921-7ed8c2c1bc74" providerId="ADAL" clId="{20230CC3-9856-4A01-B6B5-34E44EAB64F5}" dt="2025-10-25T14:20:57.107" v="4910" actId="554"/>
          <ac:spMkLst>
            <pc:docMk/>
            <pc:sldMk cId="1005429129" sldId="557"/>
            <ac:spMk id="69" creationId="{79A53509-DFC2-AA32-5874-CDD3E5B58C3E}"/>
          </ac:spMkLst>
        </pc:spChg>
        <pc:cxnChg chg="mod">
          <ac:chgData name="Andrew Smart" userId="220f776b-ee05-4ab6-8921-7ed8c2c1bc74" providerId="ADAL" clId="{20230CC3-9856-4A01-B6B5-34E44EAB64F5}" dt="2025-10-25T14:24:42.343" v="4940" actId="692"/>
          <ac:cxnSpMkLst>
            <pc:docMk/>
            <pc:sldMk cId="1005429129" sldId="557"/>
            <ac:cxnSpMk id="22" creationId="{7B6B67C8-695B-F308-C375-DAD5EFE96BC6}"/>
          </ac:cxnSpMkLst>
        </pc:cxnChg>
        <pc:cxnChg chg="mod">
          <ac:chgData name="Andrew Smart" userId="220f776b-ee05-4ab6-8921-7ed8c2c1bc74" providerId="ADAL" clId="{20230CC3-9856-4A01-B6B5-34E44EAB64F5}" dt="2025-10-25T14:22:36.839" v="4929" actId="14100"/>
          <ac:cxnSpMkLst>
            <pc:docMk/>
            <pc:sldMk cId="1005429129" sldId="557"/>
            <ac:cxnSpMk id="25" creationId="{27BEA0CB-A20F-B138-59CF-0FAF4EC17646}"/>
          </ac:cxnSpMkLst>
        </pc:cxnChg>
        <pc:cxnChg chg="mod">
          <ac:chgData name="Andrew Smart" userId="220f776b-ee05-4ab6-8921-7ed8c2c1bc74" providerId="ADAL" clId="{20230CC3-9856-4A01-B6B5-34E44EAB64F5}" dt="2025-10-25T14:24:42.343" v="4940" actId="692"/>
          <ac:cxnSpMkLst>
            <pc:docMk/>
            <pc:sldMk cId="1005429129" sldId="557"/>
            <ac:cxnSpMk id="27" creationId="{349C4C44-5111-8B2F-0A28-919FE8D4E454}"/>
          </ac:cxnSpMkLst>
        </pc:cxnChg>
        <pc:cxnChg chg="mod">
          <ac:chgData name="Andrew Smart" userId="220f776b-ee05-4ab6-8921-7ed8c2c1bc74" providerId="ADAL" clId="{20230CC3-9856-4A01-B6B5-34E44EAB64F5}" dt="2025-10-25T14:22:33.313" v="4928" actId="14100"/>
          <ac:cxnSpMkLst>
            <pc:docMk/>
            <pc:sldMk cId="1005429129" sldId="557"/>
            <ac:cxnSpMk id="28" creationId="{224DE79C-D9E0-4E40-BC13-6935A6C7C829}"/>
          </ac:cxnSpMkLst>
        </pc:cxnChg>
        <pc:cxnChg chg="mod">
          <ac:chgData name="Andrew Smart" userId="220f776b-ee05-4ab6-8921-7ed8c2c1bc74" providerId="ADAL" clId="{20230CC3-9856-4A01-B6B5-34E44EAB64F5}" dt="2025-10-25T14:24:42.343" v="4940" actId="692"/>
          <ac:cxnSpMkLst>
            <pc:docMk/>
            <pc:sldMk cId="1005429129" sldId="557"/>
            <ac:cxnSpMk id="32" creationId="{B6CD9711-54DB-D5D3-152B-3D082B19602F}"/>
          </ac:cxnSpMkLst>
        </pc:cxnChg>
        <pc:cxnChg chg="mod">
          <ac:chgData name="Andrew Smart" userId="220f776b-ee05-4ab6-8921-7ed8c2c1bc74" providerId="ADAL" clId="{20230CC3-9856-4A01-B6B5-34E44EAB64F5}" dt="2025-10-25T14:22:28.965" v="4927" actId="14100"/>
          <ac:cxnSpMkLst>
            <pc:docMk/>
            <pc:sldMk cId="1005429129" sldId="557"/>
            <ac:cxnSpMk id="33" creationId="{FF236AF6-AB70-7337-96D7-B5F3F2057861}"/>
          </ac:cxnSpMkLst>
        </pc:cxnChg>
        <pc:cxnChg chg="mod">
          <ac:chgData name="Andrew Smart" userId="220f776b-ee05-4ab6-8921-7ed8c2c1bc74" providerId="ADAL" clId="{20230CC3-9856-4A01-B6B5-34E44EAB64F5}" dt="2025-10-25T14:22:25.047" v="4926" actId="14100"/>
          <ac:cxnSpMkLst>
            <pc:docMk/>
            <pc:sldMk cId="1005429129" sldId="557"/>
            <ac:cxnSpMk id="36" creationId="{801C98C2-5954-BD7F-C49E-606283ABD680}"/>
          </ac:cxnSpMkLst>
        </pc:cxnChg>
        <pc:cxnChg chg="mod">
          <ac:chgData name="Andrew Smart" userId="220f776b-ee05-4ab6-8921-7ed8c2c1bc74" providerId="ADAL" clId="{20230CC3-9856-4A01-B6B5-34E44EAB64F5}" dt="2025-10-25T14:22:10.714" v="4923" actId="14100"/>
          <ac:cxnSpMkLst>
            <pc:docMk/>
            <pc:sldMk cId="1005429129" sldId="557"/>
            <ac:cxnSpMk id="40" creationId="{7E5751B9-34A9-312B-C485-D7D484D49E97}"/>
          </ac:cxnSpMkLst>
        </pc:cxnChg>
        <pc:cxnChg chg="mod">
          <ac:chgData name="Andrew Smart" userId="220f776b-ee05-4ab6-8921-7ed8c2c1bc74" providerId="ADAL" clId="{20230CC3-9856-4A01-B6B5-34E44EAB64F5}" dt="2025-10-25T14:24:42.343" v="4940" actId="692"/>
          <ac:cxnSpMkLst>
            <pc:docMk/>
            <pc:sldMk cId="1005429129" sldId="557"/>
            <ac:cxnSpMk id="42" creationId="{C57D4B5E-1B19-D517-F1F1-DF840E2AF190}"/>
          </ac:cxnSpMkLst>
        </pc:cxnChg>
        <pc:cxnChg chg="mod">
          <ac:chgData name="Andrew Smart" userId="220f776b-ee05-4ab6-8921-7ed8c2c1bc74" providerId="ADAL" clId="{20230CC3-9856-4A01-B6B5-34E44EAB64F5}" dt="2025-10-25T14:22:07.244" v="4922" actId="14100"/>
          <ac:cxnSpMkLst>
            <pc:docMk/>
            <pc:sldMk cId="1005429129" sldId="557"/>
            <ac:cxnSpMk id="43" creationId="{D15F55CA-1DC3-571C-6A13-44831F7A7D69}"/>
          </ac:cxnSpMkLst>
        </pc:cxnChg>
        <pc:cxnChg chg="mod">
          <ac:chgData name="Andrew Smart" userId="220f776b-ee05-4ab6-8921-7ed8c2c1bc74" providerId="ADAL" clId="{20230CC3-9856-4A01-B6B5-34E44EAB64F5}" dt="2025-10-25T14:22:03.396" v="4921" actId="14100"/>
          <ac:cxnSpMkLst>
            <pc:docMk/>
            <pc:sldMk cId="1005429129" sldId="557"/>
            <ac:cxnSpMk id="46" creationId="{9AFC9026-6678-6995-6DF6-734E8981D43A}"/>
          </ac:cxnSpMkLst>
        </pc:cxnChg>
        <pc:cxnChg chg="mod">
          <ac:chgData name="Andrew Smart" userId="220f776b-ee05-4ab6-8921-7ed8c2c1bc74" providerId="ADAL" clId="{20230CC3-9856-4A01-B6B5-34E44EAB64F5}" dt="2025-10-25T14:21:58.875" v="4920" actId="14100"/>
          <ac:cxnSpMkLst>
            <pc:docMk/>
            <pc:sldMk cId="1005429129" sldId="557"/>
            <ac:cxnSpMk id="49" creationId="{9442E4E5-BB1E-D6A0-26FA-EA2E9AAB3D3C}"/>
          </ac:cxnSpMkLst>
        </pc:cxnChg>
        <pc:cxnChg chg="mod">
          <ac:chgData name="Andrew Smart" userId="220f776b-ee05-4ab6-8921-7ed8c2c1bc74" providerId="ADAL" clId="{20230CC3-9856-4A01-B6B5-34E44EAB64F5}" dt="2025-10-25T14:24:42.343" v="4940" actId="692"/>
          <ac:cxnSpMkLst>
            <pc:docMk/>
            <pc:sldMk cId="1005429129" sldId="557"/>
            <ac:cxnSpMk id="51" creationId="{29A91D1D-4826-D1A0-6161-7E9358A8152A}"/>
          </ac:cxnSpMkLst>
        </pc:cxnChg>
        <pc:cxnChg chg="mod">
          <ac:chgData name="Andrew Smart" userId="220f776b-ee05-4ab6-8921-7ed8c2c1bc74" providerId="ADAL" clId="{20230CC3-9856-4A01-B6B5-34E44EAB64F5}" dt="2025-10-25T14:21:47.351" v="4918" actId="14100"/>
          <ac:cxnSpMkLst>
            <pc:docMk/>
            <pc:sldMk cId="1005429129" sldId="557"/>
            <ac:cxnSpMk id="53" creationId="{FD5800A1-5FD4-B330-F482-2D6099D01141}"/>
          </ac:cxnSpMkLst>
        </pc:cxnChg>
        <pc:cxnChg chg="mod">
          <ac:chgData name="Andrew Smart" userId="220f776b-ee05-4ab6-8921-7ed8c2c1bc74" providerId="ADAL" clId="{20230CC3-9856-4A01-B6B5-34E44EAB64F5}" dt="2025-10-25T14:21:40.415" v="4917" actId="14100"/>
          <ac:cxnSpMkLst>
            <pc:docMk/>
            <pc:sldMk cId="1005429129" sldId="557"/>
            <ac:cxnSpMk id="56" creationId="{65F1DD29-C4FF-59C9-99A5-03CB9820F299}"/>
          </ac:cxnSpMkLst>
        </pc:cxnChg>
        <pc:cxnChg chg="mod">
          <ac:chgData name="Andrew Smart" userId="220f776b-ee05-4ab6-8921-7ed8c2c1bc74" providerId="ADAL" clId="{20230CC3-9856-4A01-B6B5-34E44EAB64F5}" dt="2025-10-25T14:24:42.343" v="4940" actId="692"/>
          <ac:cxnSpMkLst>
            <pc:docMk/>
            <pc:sldMk cId="1005429129" sldId="557"/>
            <ac:cxnSpMk id="57" creationId="{8ADF4446-6A07-3312-3D07-A2E42B72740B}"/>
          </ac:cxnSpMkLst>
        </pc:cxnChg>
        <pc:cxnChg chg="mod">
          <ac:chgData name="Andrew Smart" userId="220f776b-ee05-4ab6-8921-7ed8c2c1bc74" providerId="ADAL" clId="{20230CC3-9856-4A01-B6B5-34E44EAB64F5}" dt="2025-10-25T14:21:36.846" v="4916" actId="14100"/>
          <ac:cxnSpMkLst>
            <pc:docMk/>
            <pc:sldMk cId="1005429129" sldId="557"/>
            <ac:cxnSpMk id="59" creationId="{4E3AC8B4-9F27-B545-6B49-417A8868ED74}"/>
          </ac:cxnSpMkLst>
        </pc:cxnChg>
        <pc:cxnChg chg="mod">
          <ac:chgData name="Andrew Smart" userId="220f776b-ee05-4ab6-8921-7ed8c2c1bc74" providerId="ADAL" clId="{20230CC3-9856-4A01-B6B5-34E44EAB64F5}" dt="2025-10-25T14:21:33.531" v="4915" actId="14100"/>
          <ac:cxnSpMkLst>
            <pc:docMk/>
            <pc:sldMk cId="1005429129" sldId="557"/>
            <ac:cxnSpMk id="62" creationId="{E44F44D6-82CB-8984-7753-3CF1A5B64623}"/>
          </ac:cxnSpMkLst>
        </pc:cxnChg>
        <pc:cxnChg chg="mod">
          <ac:chgData name="Andrew Smart" userId="220f776b-ee05-4ab6-8921-7ed8c2c1bc74" providerId="ADAL" clId="{20230CC3-9856-4A01-B6B5-34E44EAB64F5}" dt="2025-10-25T14:21:55.370" v="4919" actId="14100"/>
          <ac:cxnSpMkLst>
            <pc:docMk/>
            <pc:sldMk cId="1005429129" sldId="557"/>
            <ac:cxnSpMk id="66" creationId="{730F4E72-482C-8A5E-7D78-C513CA60B2AA}"/>
          </ac:cxnSpMkLst>
        </pc:cxnChg>
        <pc:cxnChg chg="mod">
          <ac:chgData name="Andrew Smart" userId="220f776b-ee05-4ab6-8921-7ed8c2c1bc74" providerId="ADAL" clId="{20230CC3-9856-4A01-B6B5-34E44EAB64F5}" dt="2025-10-25T14:21:15.085" v="4912" actId="14100"/>
          <ac:cxnSpMkLst>
            <pc:docMk/>
            <pc:sldMk cId="1005429129" sldId="557"/>
            <ac:cxnSpMk id="79" creationId="{2DAEA36A-4778-18BE-79AF-B395F9E6C13C}"/>
          </ac:cxnSpMkLst>
        </pc:cxnChg>
        <pc:cxnChg chg="mod">
          <ac:chgData name="Andrew Smart" userId="220f776b-ee05-4ab6-8921-7ed8c2c1bc74" providerId="ADAL" clId="{20230CC3-9856-4A01-B6B5-34E44EAB64F5}" dt="2025-10-25T14:21:19.132" v="4913" actId="14100"/>
          <ac:cxnSpMkLst>
            <pc:docMk/>
            <pc:sldMk cId="1005429129" sldId="557"/>
            <ac:cxnSpMk id="82" creationId="{380B4EFA-2519-D2E9-1F61-7BC843CC951C}"/>
          </ac:cxnSpMkLst>
        </pc:cxnChg>
        <pc:cxnChg chg="mod">
          <ac:chgData name="Andrew Smart" userId="220f776b-ee05-4ab6-8921-7ed8c2c1bc74" providerId="ADAL" clId="{20230CC3-9856-4A01-B6B5-34E44EAB64F5}" dt="2025-10-25T14:21:23.075" v="4914" actId="14100"/>
          <ac:cxnSpMkLst>
            <pc:docMk/>
            <pc:sldMk cId="1005429129" sldId="557"/>
            <ac:cxnSpMk id="85" creationId="{1F35B250-96DA-77E4-1FAF-FF648FE74D8F}"/>
          </ac:cxnSpMkLst>
        </pc:cxnChg>
      </pc:sldChg>
      <pc:sldChg chg="new">
        <pc:chgData name="Andrew Smart" userId="220f776b-ee05-4ab6-8921-7ed8c2c1bc74" providerId="ADAL" clId="{20230CC3-9856-4A01-B6B5-34E44EAB64F5}" dt="2025-10-25T23:23:41.133" v="4978" actId="680"/>
        <pc:sldMkLst>
          <pc:docMk/>
          <pc:sldMk cId="2116613523" sldId="558"/>
        </pc:sldMkLst>
      </pc:sldChg>
      <pc:sldChg chg="addSp delSp modSp new mod modClrScheme modAnim chgLayout">
        <pc:chgData name="Andrew Smart" userId="220f776b-ee05-4ab6-8921-7ed8c2c1bc74" providerId="ADAL" clId="{20230CC3-9856-4A01-B6B5-34E44EAB64F5}" dt="2025-10-25T23:28:28.942" v="5170" actId="242"/>
        <pc:sldMkLst>
          <pc:docMk/>
          <pc:sldMk cId="299281033" sldId="559"/>
        </pc:sldMkLst>
        <pc:spChg chg="add del mod ord">
          <ac:chgData name="Andrew Smart" userId="220f776b-ee05-4ab6-8921-7ed8c2c1bc74" providerId="ADAL" clId="{20230CC3-9856-4A01-B6B5-34E44EAB64F5}" dt="2025-10-25T23:27:33.636" v="5135" actId="15"/>
          <ac:spMkLst>
            <pc:docMk/>
            <pc:sldMk cId="299281033" sldId="559"/>
            <ac:spMk id="2" creationId="{39A2C68E-74F2-43B0-25CD-5E3D58ADB0F3}"/>
          </ac:spMkLst>
        </pc:spChg>
        <pc:spChg chg="add del mod ord">
          <ac:chgData name="Andrew Smart" userId="220f776b-ee05-4ab6-8921-7ed8c2c1bc74" providerId="ADAL" clId="{20230CC3-9856-4A01-B6B5-34E44EAB64F5}" dt="2025-10-25T23:28:28.942" v="5170" actId="242"/>
          <ac:spMkLst>
            <pc:docMk/>
            <pc:sldMk cId="299281033" sldId="559"/>
            <ac:spMk id="3" creationId="{8585FC40-9148-96EB-8AD2-B7E2ACE9254D}"/>
          </ac:spMkLst>
        </pc:spChg>
        <pc:spChg chg="add mod">
          <ac:chgData name="Andrew Smart" userId="220f776b-ee05-4ab6-8921-7ed8c2c1bc74" providerId="ADAL" clId="{20230CC3-9856-4A01-B6B5-34E44EAB64F5}" dt="2025-10-25T23:24:02.267" v="4983"/>
          <ac:spMkLst>
            <pc:docMk/>
            <pc:sldMk cId="299281033" sldId="559"/>
            <ac:spMk id="4" creationId="{6BA15B86-4621-0160-C92C-F6D2DADB0DE8}"/>
          </ac:spMkLst>
        </pc:spChg>
        <pc:spChg chg="add del mod ord">
          <ac:chgData name="Andrew Smart" userId="220f776b-ee05-4ab6-8921-7ed8c2c1bc74" providerId="ADAL" clId="{20230CC3-9856-4A01-B6B5-34E44EAB64F5}" dt="2025-10-25T23:25:09.844" v="4994" actId="700"/>
          <ac:spMkLst>
            <pc:docMk/>
            <pc:sldMk cId="299281033" sldId="559"/>
            <ac:spMk id="5" creationId="{584DB2FF-2045-BE39-F54B-B7384D1CA8FE}"/>
          </ac:spMkLst>
        </pc:spChg>
      </pc:sldChg>
      <pc:sldChg chg="addSp modSp add mod">
        <pc:chgData name="Andrew Smart" userId="220f776b-ee05-4ab6-8921-7ed8c2c1bc74" providerId="ADAL" clId="{20230CC3-9856-4A01-B6B5-34E44EAB64F5}" dt="2025-10-25T23:37:10.481" v="5319"/>
        <pc:sldMkLst>
          <pc:docMk/>
          <pc:sldMk cId="2420751601" sldId="560"/>
        </pc:sldMkLst>
        <pc:spChg chg="mod">
          <ac:chgData name="Andrew Smart" userId="220f776b-ee05-4ab6-8921-7ed8c2c1bc74" providerId="ADAL" clId="{20230CC3-9856-4A01-B6B5-34E44EAB64F5}" dt="2025-10-25T23:32:40.870" v="5239" actId="408"/>
          <ac:spMkLst>
            <pc:docMk/>
            <pc:sldMk cId="2420751601" sldId="560"/>
            <ac:spMk id="2" creationId="{56C877A8-28B5-0579-D06D-282327327A7C}"/>
          </ac:spMkLst>
        </pc:spChg>
        <pc:spChg chg="mod">
          <ac:chgData name="Andrew Smart" userId="220f776b-ee05-4ab6-8921-7ed8c2c1bc74" providerId="ADAL" clId="{20230CC3-9856-4A01-B6B5-34E44EAB64F5}" dt="2025-10-25T23:28:55.628" v="5181" actId="20577"/>
          <ac:spMkLst>
            <pc:docMk/>
            <pc:sldMk cId="2420751601" sldId="560"/>
            <ac:spMk id="3" creationId="{941060A0-A62C-2406-078D-429620FCFD73}"/>
          </ac:spMkLst>
        </pc:spChg>
        <pc:spChg chg="add mod">
          <ac:chgData name="Andrew Smart" userId="220f776b-ee05-4ab6-8921-7ed8c2c1bc74" providerId="ADAL" clId="{20230CC3-9856-4A01-B6B5-34E44EAB64F5}" dt="2025-10-25T23:35:33.735" v="5307" actId="404"/>
          <ac:spMkLst>
            <pc:docMk/>
            <pc:sldMk cId="2420751601" sldId="560"/>
            <ac:spMk id="4" creationId="{B414F1BE-D8BA-1999-C128-83C7175A1778}"/>
          </ac:spMkLst>
        </pc:spChg>
        <pc:spChg chg="add mod">
          <ac:chgData name="Andrew Smart" userId="220f776b-ee05-4ab6-8921-7ed8c2c1bc74" providerId="ADAL" clId="{20230CC3-9856-4A01-B6B5-34E44EAB64F5}" dt="2025-10-25T23:37:10.481" v="5319"/>
          <ac:spMkLst>
            <pc:docMk/>
            <pc:sldMk cId="2420751601" sldId="560"/>
            <ac:spMk id="5" creationId="{EE29B291-D6C8-0ECA-8ECC-6167D845243A}"/>
          </ac:spMkLst>
        </pc:spChg>
        <pc:spChg chg="add mod">
          <ac:chgData name="Andrew Smart" userId="220f776b-ee05-4ab6-8921-7ed8c2c1bc74" providerId="ADAL" clId="{20230CC3-9856-4A01-B6B5-34E44EAB64F5}" dt="2025-10-25T23:34:07.210" v="5253" actId="108"/>
          <ac:spMkLst>
            <pc:docMk/>
            <pc:sldMk cId="2420751601" sldId="560"/>
            <ac:spMk id="6" creationId="{4FF4EF45-FF26-0F04-C93C-90B908910333}"/>
          </ac:spMkLst>
        </pc:spChg>
      </pc:sldChg>
      <pc:sldMasterChg chg="delSldLayout modSldLayout">
        <pc:chgData name="Andrew Smart" userId="220f776b-ee05-4ab6-8921-7ed8c2c1bc74" providerId="ADAL" clId="{20230CC3-9856-4A01-B6B5-34E44EAB64F5}" dt="2025-10-25T23:50:48.863" v="5553" actId="242"/>
        <pc:sldMasterMkLst>
          <pc:docMk/>
          <pc:sldMasterMk cId="2594707821" sldId="2147483664"/>
        </pc:sldMasterMkLst>
        <pc:sldLayoutChg chg="modSp mod">
          <pc:chgData name="Andrew Smart" userId="220f776b-ee05-4ab6-8921-7ed8c2c1bc74" providerId="ADAL" clId="{20230CC3-9856-4A01-B6B5-34E44EAB64F5}" dt="2025-10-25T23:46:03.402" v="5488" actId="6549"/>
          <pc:sldLayoutMkLst>
            <pc:docMk/>
            <pc:sldMasterMk cId="2594707821" sldId="2147483664"/>
            <pc:sldLayoutMk cId="886226596" sldId="2147483665"/>
          </pc:sldLayoutMkLst>
          <pc:spChg chg="mod">
            <ac:chgData name="Andrew Smart" userId="220f776b-ee05-4ab6-8921-7ed8c2c1bc74" providerId="ADAL" clId="{20230CC3-9856-4A01-B6B5-34E44EAB64F5}" dt="2025-10-25T23:46:03.402" v="5488" actId="6549"/>
            <ac:spMkLst>
              <pc:docMk/>
              <pc:sldMasterMk cId="2594707821" sldId="2147483664"/>
              <pc:sldLayoutMk cId="886226596" sldId="2147483665"/>
              <ac:spMk id="2" creationId="{A17953F5-A0DB-9435-A91C-58F4BFCA3957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7:40.805" v="5515" actId="242"/>
          <pc:sldLayoutMkLst>
            <pc:docMk/>
            <pc:sldMasterMk cId="2594707821" sldId="2147483664"/>
            <pc:sldLayoutMk cId="2625385201" sldId="2147483666"/>
          </pc:sldLayoutMkLst>
          <pc:spChg chg="mod">
            <ac:chgData name="Andrew Smart" userId="220f776b-ee05-4ab6-8921-7ed8c2c1bc74" providerId="ADAL" clId="{20230CC3-9856-4A01-B6B5-34E44EAB64F5}" dt="2025-10-25T23:47:40.805" v="5515" actId="242"/>
            <ac:spMkLst>
              <pc:docMk/>
              <pc:sldMasterMk cId="2594707821" sldId="2147483664"/>
              <pc:sldLayoutMk cId="2625385201" sldId="2147483666"/>
              <ac:spMk id="2" creationId="{B0D75A77-CEA9-7E69-02AB-8D392D260720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7:53.049" v="5518" actId="6549"/>
          <pc:sldLayoutMkLst>
            <pc:docMk/>
            <pc:sldMasterMk cId="2594707821" sldId="2147483664"/>
            <pc:sldLayoutMk cId="2945363432" sldId="2147483667"/>
          </pc:sldLayoutMkLst>
          <pc:spChg chg="mod">
            <ac:chgData name="Andrew Smart" userId="220f776b-ee05-4ab6-8921-7ed8c2c1bc74" providerId="ADAL" clId="{20230CC3-9856-4A01-B6B5-34E44EAB64F5}" dt="2025-10-25T23:47:53.049" v="5518" actId="6549"/>
            <ac:spMkLst>
              <pc:docMk/>
              <pc:sldMasterMk cId="2594707821" sldId="2147483664"/>
              <pc:sldLayoutMk cId="2945363432" sldId="2147483667"/>
              <ac:spMk id="2" creationId="{D065828A-F56E-8980-901B-63E410EB2D4E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8:10.930" v="5521" actId="242"/>
          <pc:sldLayoutMkLst>
            <pc:docMk/>
            <pc:sldMasterMk cId="2594707821" sldId="2147483664"/>
            <pc:sldLayoutMk cId="246710456" sldId="2147483668"/>
          </pc:sldLayoutMkLst>
          <pc:spChg chg="mod">
            <ac:chgData name="Andrew Smart" userId="220f776b-ee05-4ab6-8921-7ed8c2c1bc74" providerId="ADAL" clId="{20230CC3-9856-4A01-B6B5-34E44EAB64F5}" dt="2025-10-25T23:48:10.930" v="5521" actId="242"/>
            <ac:spMkLst>
              <pc:docMk/>
              <pc:sldMasterMk cId="2594707821" sldId="2147483664"/>
              <pc:sldLayoutMk cId="246710456" sldId="2147483668"/>
              <ac:spMk id="5" creationId="{B6ADB2B0-96F2-6D96-8915-63FB20D9C30D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8:23.733" v="5524" actId="6549"/>
          <pc:sldLayoutMkLst>
            <pc:docMk/>
            <pc:sldMasterMk cId="2594707821" sldId="2147483664"/>
            <pc:sldLayoutMk cId="4109950436" sldId="2147483669"/>
          </pc:sldLayoutMkLst>
          <pc:spChg chg="mod">
            <ac:chgData name="Andrew Smart" userId="220f776b-ee05-4ab6-8921-7ed8c2c1bc74" providerId="ADAL" clId="{20230CC3-9856-4A01-B6B5-34E44EAB64F5}" dt="2025-10-25T23:48:23.733" v="5524" actId="6549"/>
            <ac:spMkLst>
              <pc:docMk/>
              <pc:sldMasterMk cId="2594707821" sldId="2147483664"/>
              <pc:sldLayoutMk cId="4109950436" sldId="2147483669"/>
              <ac:spMk id="7" creationId="{6B17FB26-998D-FEFF-9893-E75E3247E417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8:42.051" v="5527" actId="6549"/>
          <pc:sldLayoutMkLst>
            <pc:docMk/>
            <pc:sldMasterMk cId="2594707821" sldId="2147483664"/>
            <pc:sldLayoutMk cId="1113490922" sldId="2147483670"/>
          </pc:sldLayoutMkLst>
          <pc:spChg chg="mod">
            <ac:chgData name="Andrew Smart" userId="220f776b-ee05-4ab6-8921-7ed8c2c1bc74" providerId="ADAL" clId="{20230CC3-9856-4A01-B6B5-34E44EAB64F5}" dt="2025-10-25T23:48:42.051" v="5527" actId="6549"/>
            <ac:spMkLst>
              <pc:docMk/>
              <pc:sldMasterMk cId="2594707821" sldId="2147483664"/>
              <pc:sldLayoutMk cId="1113490922" sldId="2147483670"/>
              <ac:spMk id="8" creationId="{2E6D39D7-32CE-55F6-17E9-BAA8881F28D2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8:55.451" v="5530" actId="404"/>
          <pc:sldLayoutMkLst>
            <pc:docMk/>
            <pc:sldMasterMk cId="2594707821" sldId="2147483664"/>
            <pc:sldLayoutMk cId="1293910937" sldId="2147483671"/>
          </pc:sldLayoutMkLst>
          <pc:spChg chg="mod">
            <ac:chgData name="Andrew Smart" userId="220f776b-ee05-4ab6-8921-7ed8c2c1bc74" providerId="ADAL" clId="{20230CC3-9856-4A01-B6B5-34E44EAB64F5}" dt="2025-10-25T23:48:55.451" v="5530" actId="404"/>
            <ac:spMkLst>
              <pc:docMk/>
              <pc:sldMasterMk cId="2594707821" sldId="2147483664"/>
              <pc:sldLayoutMk cId="1293910937" sldId="2147483671"/>
              <ac:spMk id="2" creationId="{CAB72C58-F228-E37F-5D9F-5673224825F4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50:18.754" v="5547" actId="6549"/>
          <pc:sldLayoutMkLst>
            <pc:docMk/>
            <pc:sldMasterMk cId="2594707821" sldId="2147483664"/>
            <pc:sldLayoutMk cId="3037745300" sldId="2147483672"/>
          </pc:sldLayoutMkLst>
          <pc:spChg chg="mod">
            <ac:chgData name="Andrew Smart" userId="220f776b-ee05-4ab6-8921-7ed8c2c1bc74" providerId="ADAL" clId="{20230CC3-9856-4A01-B6B5-34E44EAB64F5}" dt="2025-10-25T23:50:18.754" v="5547" actId="6549"/>
            <ac:spMkLst>
              <pc:docMk/>
              <pc:sldMasterMk cId="2594707821" sldId="2147483664"/>
              <pc:sldLayoutMk cId="3037745300" sldId="2147483672"/>
              <ac:spMk id="8" creationId="{7B7F103B-282E-328C-28CD-C6BD72DA6A1E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50:48.863" v="5553" actId="242"/>
          <pc:sldLayoutMkLst>
            <pc:docMk/>
            <pc:sldMasterMk cId="2594707821" sldId="2147483664"/>
            <pc:sldLayoutMk cId="2919127096" sldId="2147483674"/>
          </pc:sldLayoutMkLst>
          <pc:spChg chg="mod">
            <ac:chgData name="Andrew Smart" userId="220f776b-ee05-4ab6-8921-7ed8c2c1bc74" providerId="ADAL" clId="{20230CC3-9856-4A01-B6B5-34E44EAB64F5}" dt="2025-10-25T23:50:48.863" v="5553" actId="242"/>
            <ac:spMkLst>
              <pc:docMk/>
              <pc:sldMasterMk cId="2594707821" sldId="2147483664"/>
              <pc:sldLayoutMk cId="2919127096" sldId="2147483674"/>
              <ac:spMk id="2" creationId="{E3B1EBA3-A1A4-C066-02EA-590E52ACFE8D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9:14.964" v="5535" actId="242"/>
          <pc:sldLayoutMkLst>
            <pc:docMk/>
            <pc:sldMasterMk cId="2594707821" sldId="2147483664"/>
            <pc:sldLayoutMk cId="2703232319" sldId="2147483675"/>
          </pc:sldLayoutMkLst>
          <pc:spChg chg="mod">
            <ac:chgData name="Andrew Smart" userId="220f776b-ee05-4ab6-8921-7ed8c2c1bc74" providerId="ADAL" clId="{20230CC3-9856-4A01-B6B5-34E44EAB64F5}" dt="2025-10-25T23:49:14.964" v="5535" actId="242"/>
            <ac:spMkLst>
              <pc:docMk/>
              <pc:sldMasterMk cId="2594707821" sldId="2147483664"/>
              <pc:sldLayoutMk cId="2703232319" sldId="2147483675"/>
              <ac:spMk id="2" creationId="{0D19EDE2-4492-D5A7-24AF-23B7D0D31516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9:48.824" v="5541" actId="6549"/>
          <pc:sldLayoutMkLst>
            <pc:docMk/>
            <pc:sldMasterMk cId="2594707821" sldId="2147483664"/>
            <pc:sldLayoutMk cId="3547814652" sldId="2147483677"/>
          </pc:sldLayoutMkLst>
          <pc:spChg chg="mod">
            <ac:chgData name="Andrew Smart" userId="220f776b-ee05-4ab6-8921-7ed8c2c1bc74" providerId="ADAL" clId="{20230CC3-9856-4A01-B6B5-34E44EAB64F5}" dt="2025-10-25T23:49:48.824" v="5541" actId="6549"/>
            <ac:spMkLst>
              <pc:docMk/>
              <pc:sldMasterMk cId="2594707821" sldId="2147483664"/>
              <pc:sldLayoutMk cId="3547814652" sldId="2147483677"/>
              <ac:spMk id="2" creationId="{E000F627-D7AF-7937-85FB-61C406B2696A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50:06.958" v="5544" actId="242"/>
          <pc:sldLayoutMkLst>
            <pc:docMk/>
            <pc:sldMasterMk cId="2594707821" sldId="2147483664"/>
            <pc:sldLayoutMk cId="2799929228" sldId="2147483678"/>
          </pc:sldLayoutMkLst>
          <pc:spChg chg="mod">
            <ac:chgData name="Andrew Smart" userId="220f776b-ee05-4ab6-8921-7ed8c2c1bc74" providerId="ADAL" clId="{20230CC3-9856-4A01-B6B5-34E44EAB64F5}" dt="2025-10-25T23:50:06.958" v="5544" actId="242"/>
            <ac:spMkLst>
              <pc:docMk/>
              <pc:sldMasterMk cId="2594707821" sldId="2147483664"/>
              <pc:sldLayoutMk cId="2799929228" sldId="2147483678"/>
              <ac:spMk id="2" creationId="{CE560D26-E566-ADBA-6E48-28157BFB9F06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6:52.143" v="5506" actId="20577"/>
          <pc:sldLayoutMkLst>
            <pc:docMk/>
            <pc:sldMasterMk cId="2594707821" sldId="2147483664"/>
            <pc:sldLayoutMk cId="2298749270" sldId="2147483680"/>
          </pc:sldLayoutMkLst>
          <pc:spChg chg="mod">
            <ac:chgData name="Andrew Smart" userId="220f776b-ee05-4ab6-8921-7ed8c2c1bc74" providerId="ADAL" clId="{20230CC3-9856-4A01-B6B5-34E44EAB64F5}" dt="2025-10-25T23:46:52.143" v="5506" actId="20577"/>
            <ac:spMkLst>
              <pc:docMk/>
              <pc:sldMasterMk cId="2594707821" sldId="2147483664"/>
              <pc:sldLayoutMk cId="2298749270" sldId="2147483680"/>
              <ac:spMk id="3" creationId="{AD323DBE-D566-202A-24CC-59CE795A905B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6:16.609" v="5490" actId="20577"/>
          <pc:sldLayoutMkLst>
            <pc:docMk/>
            <pc:sldMasterMk cId="2594707821" sldId="2147483664"/>
            <pc:sldLayoutMk cId="2121346763" sldId="2147483681"/>
          </pc:sldLayoutMkLst>
          <pc:spChg chg="mod">
            <ac:chgData name="Andrew Smart" userId="220f776b-ee05-4ab6-8921-7ed8c2c1bc74" providerId="ADAL" clId="{20230CC3-9856-4A01-B6B5-34E44EAB64F5}" dt="2025-10-25T23:46:16.609" v="5490" actId="20577"/>
            <ac:spMkLst>
              <pc:docMk/>
              <pc:sldMasterMk cId="2594707821" sldId="2147483664"/>
              <pc:sldLayoutMk cId="2121346763" sldId="2147483681"/>
              <ac:spMk id="2" creationId="{5609D252-3CF8-09EE-CB82-7BB188628A49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7:23.387" v="5512" actId="6549"/>
          <pc:sldLayoutMkLst>
            <pc:docMk/>
            <pc:sldMasterMk cId="2594707821" sldId="2147483664"/>
            <pc:sldLayoutMk cId="3996316920" sldId="2147483682"/>
          </pc:sldLayoutMkLst>
          <pc:spChg chg="mod">
            <ac:chgData name="Andrew Smart" userId="220f776b-ee05-4ab6-8921-7ed8c2c1bc74" providerId="ADAL" clId="{20230CC3-9856-4A01-B6B5-34E44EAB64F5}" dt="2025-10-25T23:47:23.387" v="5512" actId="6549"/>
            <ac:spMkLst>
              <pc:docMk/>
              <pc:sldMasterMk cId="2594707821" sldId="2147483664"/>
              <pc:sldLayoutMk cId="3996316920" sldId="2147483682"/>
              <ac:spMk id="9" creationId="{8B53347F-9E61-00E1-5C32-ECB81E117CF7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47:07.609" v="5509" actId="6549"/>
          <pc:sldLayoutMkLst>
            <pc:docMk/>
            <pc:sldMasterMk cId="2594707821" sldId="2147483664"/>
            <pc:sldLayoutMk cId="286703962" sldId="2147483709"/>
          </pc:sldLayoutMkLst>
          <pc:spChg chg="mod">
            <ac:chgData name="Andrew Smart" userId="220f776b-ee05-4ab6-8921-7ed8c2c1bc74" providerId="ADAL" clId="{20230CC3-9856-4A01-B6B5-34E44EAB64F5}" dt="2025-10-25T23:47:07.609" v="5509" actId="6549"/>
            <ac:spMkLst>
              <pc:docMk/>
              <pc:sldMasterMk cId="2594707821" sldId="2147483664"/>
              <pc:sldLayoutMk cId="286703962" sldId="2147483709"/>
              <ac:spMk id="4" creationId="{EC577568-9236-6696-0BDF-85EED451A29A}"/>
            </ac:spMkLst>
          </pc:spChg>
        </pc:sldLayoutChg>
        <pc:sldLayoutChg chg="modSp mod">
          <pc:chgData name="Andrew Smart" userId="220f776b-ee05-4ab6-8921-7ed8c2c1bc74" providerId="ADAL" clId="{20230CC3-9856-4A01-B6B5-34E44EAB64F5}" dt="2025-10-25T23:50:32.642" v="5550" actId="6549"/>
          <pc:sldLayoutMkLst>
            <pc:docMk/>
            <pc:sldMasterMk cId="2594707821" sldId="2147483664"/>
            <pc:sldLayoutMk cId="2746061052" sldId="2147483713"/>
          </pc:sldLayoutMkLst>
          <pc:spChg chg="mod">
            <ac:chgData name="Andrew Smart" userId="220f776b-ee05-4ab6-8921-7ed8c2c1bc74" providerId="ADAL" clId="{20230CC3-9856-4A01-B6B5-34E44EAB64F5}" dt="2025-10-25T23:50:32.642" v="5550" actId="6549"/>
            <ac:spMkLst>
              <pc:docMk/>
              <pc:sldMasterMk cId="2594707821" sldId="2147483664"/>
              <pc:sldLayoutMk cId="2746061052" sldId="2147483713"/>
              <ac:spMk id="7" creationId="{F7A5F131-B1E8-C7E8-245B-5820270DC4DC}"/>
            </ac:spMkLst>
          </pc:spChg>
        </pc:sldLayoutChg>
        <pc:sldLayoutChg chg="modSp">
          <pc:chgData name="Andrew Smart" userId="220f776b-ee05-4ab6-8921-7ed8c2c1bc74" providerId="ADAL" clId="{20230CC3-9856-4A01-B6B5-34E44EAB64F5}" dt="2025-10-25T23:49:31.199" v="5538" actId="404"/>
          <pc:sldLayoutMkLst>
            <pc:docMk/>
            <pc:sldMasterMk cId="2594707821" sldId="2147483664"/>
            <pc:sldLayoutMk cId="3769484028" sldId="2147483715"/>
          </pc:sldLayoutMkLst>
          <pc:spChg chg="mod">
            <ac:chgData name="Andrew Smart" userId="220f776b-ee05-4ab6-8921-7ed8c2c1bc74" providerId="ADAL" clId="{20230CC3-9856-4A01-B6B5-34E44EAB64F5}" dt="2025-10-25T23:49:31.199" v="5538" actId="404"/>
            <ac:spMkLst>
              <pc:docMk/>
              <pc:sldMasterMk cId="2594707821" sldId="2147483664"/>
              <pc:sldLayoutMk cId="3769484028" sldId="2147483715"/>
              <ac:spMk id="3" creationId="{944387D3-9072-2E16-6C53-52D9288B7D72}"/>
            </ac:spMkLst>
          </pc:spChg>
        </pc:sldLayoutChg>
        <pc:sldLayoutChg chg="del">
          <pc:chgData name="Andrew Smart" userId="220f776b-ee05-4ab6-8921-7ed8c2c1bc74" providerId="ADAL" clId="{20230CC3-9856-4A01-B6B5-34E44EAB64F5}" dt="2025-10-20T22:00:51.026" v="2" actId="47"/>
          <pc:sldLayoutMkLst>
            <pc:docMk/>
            <pc:sldMasterMk cId="2594707821" sldId="2147483664"/>
            <pc:sldLayoutMk cId="2991927465" sldId="2147483716"/>
          </pc:sldLayoutMkLst>
        </pc:sldLayoutChg>
        <pc:sldLayoutChg chg="del">
          <pc:chgData name="Andrew Smart" userId="220f776b-ee05-4ab6-8921-7ed8c2c1bc74" providerId="ADAL" clId="{20230CC3-9856-4A01-B6B5-34E44EAB64F5}" dt="2025-10-20T22:00:51.026" v="2" actId="47"/>
          <pc:sldLayoutMkLst>
            <pc:docMk/>
            <pc:sldMasterMk cId="2594707821" sldId="2147483664"/>
            <pc:sldLayoutMk cId="2573047676" sldId="2147483717"/>
          </pc:sldLayoutMkLst>
        </pc:sldLayoutChg>
        <pc:sldLayoutChg chg="del">
          <pc:chgData name="Andrew Smart" userId="220f776b-ee05-4ab6-8921-7ed8c2c1bc74" providerId="ADAL" clId="{20230CC3-9856-4A01-B6B5-34E44EAB64F5}" dt="2025-10-20T22:00:51.026" v="2" actId="47"/>
          <pc:sldLayoutMkLst>
            <pc:docMk/>
            <pc:sldMasterMk cId="2594707821" sldId="2147483664"/>
            <pc:sldLayoutMk cId="2136391304" sldId="2147483718"/>
          </pc:sldLayoutMkLst>
        </pc:sldLayoutChg>
        <pc:sldLayoutChg chg="del">
          <pc:chgData name="Andrew Smart" userId="220f776b-ee05-4ab6-8921-7ed8c2c1bc74" providerId="ADAL" clId="{20230CC3-9856-4A01-B6B5-34E44EAB64F5}" dt="2025-10-20T22:00:51.026" v="2" actId="47"/>
          <pc:sldLayoutMkLst>
            <pc:docMk/>
            <pc:sldMasterMk cId="2594707821" sldId="2147483664"/>
            <pc:sldLayoutMk cId="1033842535" sldId="2147483719"/>
          </pc:sldLayoutMkLst>
        </pc:sldLayoutChg>
        <pc:sldLayoutChg chg="del">
          <pc:chgData name="Andrew Smart" userId="220f776b-ee05-4ab6-8921-7ed8c2c1bc74" providerId="ADAL" clId="{20230CC3-9856-4A01-B6B5-34E44EAB64F5}" dt="2025-10-20T22:00:51.026" v="2" actId="47"/>
          <pc:sldLayoutMkLst>
            <pc:docMk/>
            <pc:sldMasterMk cId="2594707821" sldId="2147483664"/>
            <pc:sldLayoutMk cId="317090998" sldId="2147483720"/>
          </pc:sldLayoutMkLst>
        </pc:sldLayoutChg>
        <pc:sldLayoutChg chg="del">
          <pc:chgData name="Andrew Smart" userId="220f776b-ee05-4ab6-8921-7ed8c2c1bc74" providerId="ADAL" clId="{20230CC3-9856-4A01-B6B5-34E44EAB64F5}" dt="2025-10-20T22:00:51.026" v="2" actId="47"/>
          <pc:sldLayoutMkLst>
            <pc:docMk/>
            <pc:sldMasterMk cId="2594707821" sldId="2147483664"/>
            <pc:sldLayoutMk cId="254924597" sldId="2147483721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8445B7-8FCC-49C1-BEDE-09B835AB31E7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3610B16-983E-437B-A1AC-EE062AA323C4}">
      <dgm:prSet phldrT="[Text]" phldr="0"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Value Orchestration Canvas</a:t>
          </a:r>
        </a:p>
      </dgm:t>
    </dgm:pt>
    <dgm:pt modelId="{AAA5034B-E1E6-42AB-A2CF-52DB15AE36B6}" type="parTrans" cxnId="{93D26B09-8D45-411F-9CBE-BF4FF172EBAB}">
      <dgm:prSet/>
      <dgm:spPr/>
      <dgm:t>
        <a:bodyPr/>
        <a:lstStyle/>
        <a:p>
          <a:endParaRPr lang="en-GB"/>
        </a:p>
      </dgm:t>
    </dgm:pt>
    <dgm:pt modelId="{571282A5-E838-43A4-A576-4BC19F48FCBF}" type="sibTrans" cxnId="{93D26B09-8D45-411F-9CBE-BF4FF172EBAB}">
      <dgm:prSet/>
      <dgm:spPr/>
      <dgm:t>
        <a:bodyPr/>
        <a:lstStyle/>
        <a:p>
          <a:endParaRPr lang="en-GB"/>
        </a:p>
      </dgm:t>
    </dgm:pt>
    <dgm:pt modelId="{35843622-B268-4415-8E49-D9CB6CDC37FE}">
      <dgm:prSet phldrT="[Text]" phldr="0"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Economics</a:t>
          </a:r>
        </a:p>
      </dgm:t>
    </dgm:pt>
    <dgm:pt modelId="{E89F0586-C13C-4C2A-9682-8619290CBD8C}" type="parTrans" cxnId="{F0C84751-B5D5-4B60-A53B-2AC508F2C06E}">
      <dgm:prSet/>
      <dgm:spPr/>
      <dgm:t>
        <a:bodyPr/>
        <a:lstStyle/>
        <a:p>
          <a:endParaRPr lang="en-GB"/>
        </a:p>
      </dgm:t>
    </dgm:pt>
    <dgm:pt modelId="{5B2F50F5-F5CA-4D82-9CDA-6074FCAFE9D1}" type="sibTrans" cxnId="{F0C84751-B5D5-4B60-A53B-2AC508F2C06E}">
      <dgm:prSet/>
      <dgm:spPr/>
      <dgm:t>
        <a:bodyPr/>
        <a:lstStyle/>
        <a:p>
          <a:endParaRPr lang="en-GB"/>
        </a:p>
      </dgm:t>
    </dgm:pt>
    <dgm:pt modelId="{5F9656ED-B7F0-4ADA-AD7D-1F009CC61B79}">
      <dgm:prSet phldrT="[Text]" phldr="0"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Financials</a:t>
          </a:r>
        </a:p>
      </dgm:t>
    </dgm:pt>
    <dgm:pt modelId="{4C05F94A-51E3-4D08-BBEB-A11CE7442FD5}" type="parTrans" cxnId="{853A0AB9-8191-4B21-BDBF-8AF1AFE5ACAC}">
      <dgm:prSet/>
      <dgm:spPr/>
      <dgm:t>
        <a:bodyPr/>
        <a:lstStyle/>
        <a:p>
          <a:endParaRPr lang="en-GB"/>
        </a:p>
      </dgm:t>
    </dgm:pt>
    <dgm:pt modelId="{AC87C5F9-D9FD-4BF3-84C9-936759650A6E}" type="sibTrans" cxnId="{853A0AB9-8191-4B21-BDBF-8AF1AFE5ACAC}">
      <dgm:prSet/>
      <dgm:spPr/>
      <dgm:t>
        <a:bodyPr/>
        <a:lstStyle/>
        <a:p>
          <a:endParaRPr lang="en-GB"/>
        </a:p>
      </dgm:t>
    </dgm:pt>
    <dgm:pt modelId="{0F56C158-9182-4326-BDCD-549EA906D2B5}">
      <dgm:prSet phldrT="[Text]" phldr="0"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Business Model</a:t>
          </a:r>
        </a:p>
      </dgm:t>
    </dgm:pt>
    <dgm:pt modelId="{9781FD9D-BD6D-4402-88F8-7CCAA623E50D}" type="parTrans" cxnId="{D81B189F-FAE3-42B0-BE66-3C8DA74B4C86}">
      <dgm:prSet/>
      <dgm:spPr/>
      <dgm:t>
        <a:bodyPr/>
        <a:lstStyle/>
        <a:p>
          <a:endParaRPr lang="en-GB"/>
        </a:p>
      </dgm:t>
    </dgm:pt>
    <dgm:pt modelId="{141D9D42-86A9-4B81-B67D-4188D9A60494}" type="sibTrans" cxnId="{D81B189F-FAE3-42B0-BE66-3C8DA74B4C86}">
      <dgm:prSet/>
      <dgm:spPr/>
      <dgm:t>
        <a:bodyPr/>
        <a:lstStyle/>
        <a:p>
          <a:endParaRPr lang="en-GB"/>
        </a:p>
      </dgm:t>
    </dgm:pt>
    <dgm:pt modelId="{32800FA6-AE1C-4607-BE1C-B87A6406FFCE}">
      <dgm:prSet phldrT="[Text]" phldr="0"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Enablers</a:t>
          </a:r>
        </a:p>
      </dgm:t>
    </dgm:pt>
    <dgm:pt modelId="{69BF4577-0B79-4560-8089-0BC473C882D8}" type="parTrans" cxnId="{AB37982B-C786-4D7F-B026-D2DCA8255A5D}">
      <dgm:prSet/>
      <dgm:spPr/>
      <dgm:t>
        <a:bodyPr/>
        <a:lstStyle/>
        <a:p>
          <a:endParaRPr lang="en-GB"/>
        </a:p>
      </dgm:t>
    </dgm:pt>
    <dgm:pt modelId="{8F5A0041-68E3-4AC5-A867-A5C1F69092B7}" type="sibTrans" cxnId="{AB37982B-C786-4D7F-B026-D2DCA8255A5D}">
      <dgm:prSet/>
      <dgm:spPr/>
      <dgm:t>
        <a:bodyPr/>
        <a:lstStyle/>
        <a:p>
          <a:endParaRPr lang="en-GB"/>
        </a:p>
      </dgm:t>
    </dgm:pt>
    <dgm:pt modelId="{10B431BF-07F0-407C-98C0-B2E6ACDBC064}">
      <dgm:prSet phldrT="[Text]" phldr="0"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Culture</a:t>
          </a:r>
        </a:p>
      </dgm:t>
    </dgm:pt>
    <dgm:pt modelId="{58F9410D-79DA-46DD-B60F-DAD23A3FA0BE}" type="parTrans" cxnId="{5441C810-C58B-470E-B653-AE5F663C7208}">
      <dgm:prSet/>
      <dgm:spPr/>
      <dgm:t>
        <a:bodyPr/>
        <a:lstStyle/>
        <a:p>
          <a:endParaRPr lang="en-GB"/>
        </a:p>
      </dgm:t>
    </dgm:pt>
    <dgm:pt modelId="{4F375220-8DBB-4855-BA35-346B84E8FB3E}" type="sibTrans" cxnId="{5441C810-C58B-470E-B653-AE5F663C7208}">
      <dgm:prSet/>
      <dgm:spPr/>
      <dgm:t>
        <a:bodyPr/>
        <a:lstStyle/>
        <a:p>
          <a:endParaRPr lang="en-GB"/>
        </a:p>
      </dgm:t>
    </dgm:pt>
    <dgm:pt modelId="{21D43B90-99CA-4D62-B141-9EDFA10EAEEC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Execution</a:t>
          </a:r>
        </a:p>
      </dgm:t>
    </dgm:pt>
    <dgm:pt modelId="{5824E8D6-09EF-488D-83F5-6783B27B947A}" type="parTrans" cxnId="{19A8E343-A961-4B59-B857-A8D14B119154}">
      <dgm:prSet/>
      <dgm:spPr/>
      <dgm:t>
        <a:bodyPr/>
        <a:lstStyle/>
        <a:p>
          <a:endParaRPr lang="en-GB"/>
        </a:p>
      </dgm:t>
    </dgm:pt>
    <dgm:pt modelId="{C3B966EA-735D-4468-AD8C-FEFFB7BA162B}" type="sibTrans" cxnId="{19A8E343-A961-4B59-B857-A8D14B119154}">
      <dgm:prSet/>
      <dgm:spPr/>
      <dgm:t>
        <a:bodyPr/>
        <a:lstStyle/>
        <a:p>
          <a:endParaRPr lang="en-GB"/>
        </a:p>
      </dgm:t>
    </dgm:pt>
    <dgm:pt modelId="{5DB3A9CF-DC34-4A5E-B620-F1D475691A9D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Value</a:t>
          </a:r>
        </a:p>
      </dgm:t>
    </dgm:pt>
    <dgm:pt modelId="{268C539A-7877-44DB-B837-879435B127FB}" type="parTrans" cxnId="{6A1B2F75-0417-4786-AF52-FE6A05CBFAD3}">
      <dgm:prSet/>
      <dgm:spPr/>
      <dgm:t>
        <a:bodyPr/>
        <a:lstStyle/>
        <a:p>
          <a:endParaRPr lang="en-GB"/>
        </a:p>
      </dgm:t>
    </dgm:pt>
    <dgm:pt modelId="{CC45FF54-5D80-4F35-B98B-7C631E00C96E}" type="sibTrans" cxnId="{6A1B2F75-0417-4786-AF52-FE6A05CBFAD3}">
      <dgm:prSet/>
      <dgm:spPr/>
      <dgm:t>
        <a:bodyPr/>
        <a:lstStyle/>
        <a:p>
          <a:endParaRPr lang="en-GB"/>
        </a:p>
      </dgm:t>
    </dgm:pt>
    <dgm:pt modelId="{F9F195DF-A6A4-4142-80C3-EF58C01E1EEB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External Environment</a:t>
          </a:r>
        </a:p>
      </dgm:t>
    </dgm:pt>
    <dgm:pt modelId="{39ECB0B7-4611-4035-AD9E-5CA98BF86145}" type="parTrans" cxnId="{1C202478-C9E5-41FD-9074-B33A5C3FB7E5}">
      <dgm:prSet/>
      <dgm:spPr/>
      <dgm:t>
        <a:bodyPr/>
        <a:lstStyle/>
        <a:p>
          <a:endParaRPr lang="en-GB"/>
        </a:p>
      </dgm:t>
    </dgm:pt>
    <dgm:pt modelId="{CB2CD145-BDC8-4E0C-81B4-B5DC0A2BA2AE}" type="sibTrans" cxnId="{1C202478-C9E5-41FD-9074-B33A5C3FB7E5}">
      <dgm:prSet/>
      <dgm:spPr/>
      <dgm:t>
        <a:bodyPr/>
        <a:lstStyle/>
        <a:p>
          <a:endParaRPr lang="en-GB"/>
        </a:p>
      </dgm:t>
    </dgm:pt>
    <dgm:pt modelId="{D4AA5412-77BA-49E6-B5F0-6A9B3FE57B51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Governance</a:t>
          </a:r>
        </a:p>
      </dgm:t>
    </dgm:pt>
    <dgm:pt modelId="{02CBDE89-2B71-4AC7-B3DE-E20D6C856A80}" type="parTrans" cxnId="{480C3507-65EC-4954-9FE9-B538E272BD23}">
      <dgm:prSet/>
      <dgm:spPr/>
      <dgm:t>
        <a:bodyPr/>
        <a:lstStyle/>
        <a:p>
          <a:endParaRPr lang="en-GB"/>
        </a:p>
      </dgm:t>
    </dgm:pt>
    <dgm:pt modelId="{05AF516F-D705-4F05-8FC2-E6FE84A8862E}" type="sibTrans" cxnId="{480C3507-65EC-4954-9FE9-B538E272BD23}">
      <dgm:prSet/>
      <dgm:spPr/>
      <dgm:t>
        <a:bodyPr/>
        <a:lstStyle/>
        <a:p>
          <a:endParaRPr lang="en-GB"/>
        </a:p>
      </dgm:t>
    </dgm:pt>
    <dgm:pt modelId="{BBB40243-FBEB-454B-A461-D320E841CF11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People</a:t>
          </a:r>
        </a:p>
      </dgm:t>
    </dgm:pt>
    <dgm:pt modelId="{37154153-C692-423A-97A6-D759B473381D}" type="parTrans" cxnId="{CE62F8A8-0451-4268-B4E6-E60B600180AE}">
      <dgm:prSet/>
      <dgm:spPr/>
      <dgm:t>
        <a:bodyPr/>
        <a:lstStyle/>
        <a:p>
          <a:endParaRPr lang="en-GB"/>
        </a:p>
      </dgm:t>
    </dgm:pt>
    <dgm:pt modelId="{1DFC395D-C799-4438-80E3-1073F020CE5C}" type="sibTrans" cxnId="{CE62F8A8-0451-4268-B4E6-E60B600180AE}">
      <dgm:prSet/>
      <dgm:spPr/>
      <dgm:t>
        <a:bodyPr/>
        <a:lstStyle/>
        <a:p>
          <a:endParaRPr lang="en-GB"/>
        </a:p>
      </dgm:t>
    </dgm:pt>
    <dgm:pt modelId="{5264212B-90AE-4058-A4ED-BB9F51FAC243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Technology</a:t>
          </a:r>
        </a:p>
      </dgm:t>
    </dgm:pt>
    <dgm:pt modelId="{F65446B3-8798-4B3C-B33B-E392C37F1795}" type="parTrans" cxnId="{B942F15B-2862-4F34-A3BC-F5C86DA9C9C4}">
      <dgm:prSet/>
      <dgm:spPr/>
      <dgm:t>
        <a:bodyPr/>
        <a:lstStyle/>
        <a:p>
          <a:endParaRPr lang="en-GB"/>
        </a:p>
      </dgm:t>
    </dgm:pt>
    <dgm:pt modelId="{94506B4F-C706-4C41-9E06-064CC61028EC}" type="sibTrans" cxnId="{B942F15B-2862-4F34-A3BC-F5C86DA9C9C4}">
      <dgm:prSet/>
      <dgm:spPr/>
      <dgm:t>
        <a:bodyPr/>
        <a:lstStyle/>
        <a:p>
          <a:endParaRPr lang="en-GB"/>
        </a:p>
      </dgm:t>
    </dgm:pt>
    <dgm:pt modelId="{CE948DBB-D24D-4D56-AA72-EA4CD096BA65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Third Parties</a:t>
          </a:r>
        </a:p>
      </dgm:t>
    </dgm:pt>
    <dgm:pt modelId="{DF042865-1EF2-4BDC-B426-6532A4B94DCB}" type="parTrans" cxnId="{A361403C-0B7F-491A-BED0-3DF03F166FC6}">
      <dgm:prSet/>
      <dgm:spPr/>
      <dgm:t>
        <a:bodyPr/>
        <a:lstStyle/>
        <a:p>
          <a:endParaRPr lang="en-GB"/>
        </a:p>
      </dgm:t>
    </dgm:pt>
    <dgm:pt modelId="{D92E0DB1-25BE-4611-8237-ED56A4BC0A4E}" type="sibTrans" cxnId="{A361403C-0B7F-491A-BED0-3DF03F166FC6}">
      <dgm:prSet/>
      <dgm:spPr/>
      <dgm:t>
        <a:bodyPr/>
        <a:lstStyle/>
        <a:p>
          <a:endParaRPr lang="en-GB"/>
        </a:p>
      </dgm:t>
    </dgm:pt>
    <dgm:pt modelId="{2790ECF0-3B10-4259-9A13-1AE77CD688DF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Processes</a:t>
          </a:r>
        </a:p>
      </dgm:t>
    </dgm:pt>
    <dgm:pt modelId="{C814BCCF-1F54-4D08-8AC0-0E2FF95313DA}" type="parTrans" cxnId="{6E338B9B-B7C5-494D-B1F8-42D44F82879D}">
      <dgm:prSet/>
      <dgm:spPr/>
      <dgm:t>
        <a:bodyPr/>
        <a:lstStyle/>
        <a:p>
          <a:endParaRPr lang="en-GB"/>
        </a:p>
      </dgm:t>
    </dgm:pt>
    <dgm:pt modelId="{B32E5475-2C91-4BC0-ABCA-9E8305CF923C}" type="sibTrans" cxnId="{6E338B9B-B7C5-494D-B1F8-42D44F82879D}">
      <dgm:prSet/>
      <dgm:spPr/>
      <dgm:t>
        <a:bodyPr/>
        <a:lstStyle/>
        <a:p>
          <a:endParaRPr lang="en-GB"/>
        </a:p>
      </dgm:t>
    </dgm:pt>
    <dgm:pt modelId="{DE7C5301-CD3D-42B6-869F-8E3A1D7690A1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Change</a:t>
          </a:r>
        </a:p>
      </dgm:t>
    </dgm:pt>
    <dgm:pt modelId="{4B09BA3A-C9B2-4A14-92B8-1616433D196A}" type="parTrans" cxnId="{8F98898E-3462-4F46-8632-3631132812AB}">
      <dgm:prSet/>
      <dgm:spPr/>
      <dgm:t>
        <a:bodyPr/>
        <a:lstStyle/>
        <a:p>
          <a:endParaRPr lang="en-GB"/>
        </a:p>
      </dgm:t>
    </dgm:pt>
    <dgm:pt modelId="{55C0283C-23CC-476F-8FFA-89033FA1FCDF}" type="sibTrans" cxnId="{8F98898E-3462-4F46-8632-3631132812AB}">
      <dgm:prSet/>
      <dgm:spPr/>
      <dgm:t>
        <a:bodyPr/>
        <a:lstStyle/>
        <a:p>
          <a:endParaRPr lang="en-GB"/>
        </a:p>
      </dgm:t>
    </dgm:pt>
    <dgm:pt modelId="{6021F4CD-7E16-4541-87B9-EC7530FAB1D9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Innovation</a:t>
          </a:r>
        </a:p>
      </dgm:t>
    </dgm:pt>
    <dgm:pt modelId="{C4C3D735-8130-4B5A-ADBF-BDDD5E83D033}" type="parTrans" cxnId="{518C192F-C98C-4F82-A6CB-4876B80DAFD5}">
      <dgm:prSet/>
      <dgm:spPr/>
      <dgm:t>
        <a:bodyPr/>
        <a:lstStyle/>
        <a:p>
          <a:endParaRPr lang="en-GB"/>
        </a:p>
      </dgm:t>
    </dgm:pt>
    <dgm:pt modelId="{4B6D8D68-D9AE-4D3F-8F08-96F45F6B2385}" type="sibTrans" cxnId="{518C192F-C98C-4F82-A6CB-4876B80DAFD5}">
      <dgm:prSet/>
      <dgm:spPr/>
      <dgm:t>
        <a:bodyPr/>
        <a:lstStyle/>
        <a:p>
          <a:endParaRPr lang="en-GB"/>
        </a:p>
      </dgm:t>
    </dgm:pt>
    <dgm:pt modelId="{57FD97F6-6D16-4355-82E7-8C478AB5A8AF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Annual Results</a:t>
          </a:r>
        </a:p>
      </dgm:t>
    </dgm:pt>
    <dgm:pt modelId="{8DB6F0BC-1915-49D7-B2D5-BB8423BBE504}" type="parTrans" cxnId="{A3941A9F-F54E-41E7-B6CB-9A89831C5E14}">
      <dgm:prSet/>
      <dgm:spPr/>
      <dgm:t>
        <a:bodyPr/>
        <a:lstStyle/>
        <a:p>
          <a:endParaRPr lang="en-GB"/>
        </a:p>
      </dgm:t>
    </dgm:pt>
    <dgm:pt modelId="{CC2A861C-8DB5-4E00-96C5-984006C984CF}" type="sibTrans" cxnId="{A3941A9F-F54E-41E7-B6CB-9A89831C5E14}">
      <dgm:prSet/>
      <dgm:spPr/>
      <dgm:t>
        <a:bodyPr/>
        <a:lstStyle/>
        <a:p>
          <a:endParaRPr lang="en-GB"/>
        </a:p>
      </dgm:t>
    </dgm:pt>
    <dgm:pt modelId="{214FBE73-B2DA-4785-9806-E66DD53FA04F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Strategic Results</a:t>
          </a:r>
        </a:p>
      </dgm:t>
    </dgm:pt>
    <dgm:pt modelId="{A861EB78-7BD8-4CF1-BC76-EC44B04B1915}" type="parTrans" cxnId="{8EBBA860-40A5-48D3-A8EF-6D6FC2D1EC5C}">
      <dgm:prSet/>
      <dgm:spPr/>
      <dgm:t>
        <a:bodyPr/>
        <a:lstStyle/>
        <a:p>
          <a:endParaRPr lang="en-GB"/>
        </a:p>
      </dgm:t>
    </dgm:pt>
    <dgm:pt modelId="{08CD81BE-6A3B-4BD0-9DE8-38DD09DA816C}" type="sibTrans" cxnId="{8EBBA860-40A5-48D3-A8EF-6D6FC2D1EC5C}">
      <dgm:prSet/>
      <dgm:spPr/>
      <dgm:t>
        <a:bodyPr/>
        <a:lstStyle/>
        <a:p>
          <a:endParaRPr lang="en-GB"/>
        </a:p>
      </dgm:t>
    </dgm:pt>
    <dgm:pt modelId="{0128E871-1AC3-4677-A51B-AF53405D819D}">
      <dgm:prSet custT="1"/>
      <dgm:spPr>
        <a:solidFill>
          <a:schemeClr val="accent2"/>
        </a:solidFill>
      </dgm:spPr>
      <dgm:t>
        <a:bodyPr lIns="36000" tIns="36000" rIns="36000" bIns="36000"/>
        <a:lstStyle/>
        <a:p>
          <a:r>
            <a:rPr lang="en-GB" sz="900" b="1" dirty="0"/>
            <a:t>Reputation</a:t>
          </a:r>
        </a:p>
      </dgm:t>
    </dgm:pt>
    <dgm:pt modelId="{45E64B8F-0301-4590-BB7E-356FD5A3DEFE}" type="parTrans" cxnId="{79EF9BF1-BDCD-4A31-9BCB-7CE49064BA4A}">
      <dgm:prSet/>
      <dgm:spPr/>
      <dgm:t>
        <a:bodyPr/>
        <a:lstStyle/>
        <a:p>
          <a:endParaRPr lang="en-GB"/>
        </a:p>
      </dgm:t>
    </dgm:pt>
    <dgm:pt modelId="{3503AC57-A245-44AF-88C1-5EDED7B0C93B}" type="sibTrans" cxnId="{79EF9BF1-BDCD-4A31-9BCB-7CE49064BA4A}">
      <dgm:prSet/>
      <dgm:spPr/>
      <dgm:t>
        <a:bodyPr/>
        <a:lstStyle/>
        <a:p>
          <a:endParaRPr lang="en-GB"/>
        </a:p>
      </dgm:t>
    </dgm:pt>
    <dgm:pt modelId="{C3746763-EC3C-47F7-B991-AE2501862DD7}" type="pres">
      <dgm:prSet presAssocID="{A68445B7-8FCC-49C1-BEDE-09B835AB31E7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1C3A409-582C-4130-8843-1C036272D7F9}" type="pres">
      <dgm:prSet presAssocID="{A68445B7-8FCC-49C1-BEDE-09B835AB31E7}" presName="hierFlow" presStyleCnt="0"/>
      <dgm:spPr/>
    </dgm:pt>
    <dgm:pt modelId="{5D18174B-887F-418C-8B4F-3222327D3D9F}" type="pres">
      <dgm:prSet presAssocID="{A68445B7-8FCC-49C1-BEDE-09B835AB31E7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204CE24-7D8C-444A-9BC0-39D8F3011BF2}" type="pres">
      <dgm:prSet presAssocID="{33610B16-983E-437B-A1AC-EE062AA323C4}" presName="Name14" presStyleCnt="0"/>
      <dgm:spPr/>
    </dgm:pt>
    <dgm:pt modelId="{9FE166C2-53DC-474A-B581-D285B297156D}" type="pres">
      <dgm:prSet presAssocID="{33610B16-983E-437B-A1AC-EE062AA323C4}" presName="level1Shape" presStyleLbl="node0" presStyleIdx="0" presStyleCnt="1">
        <dgm:presLayoutVars>
          <dgm:chPref val="3"/>
        </dgm:presLayoutVars>
      </dgm:prSet>
      <dgm:spPr/>
    </dgm:pt>
    <dgm:pt modelId="{FAD7DEF8-C9FE-4A1C-AA2E-B8D244021B86}" type="pres">
      <dgm:prSet presAssocID="{33610B16-983E-437B-A1AC-EE062AA323C4}" presName="hierChild2" presStyleCnt="0"/>
      <dgm:spPr/>
    </dgm:pt>
    <dgm:pt modelId="{64CF35B9-5548-4182-9C6B-A589AC2D7BCD}" type="pres">
      <dgm:prSet presAssocID="{E89F0586-C13C-4C2A-9682-8619290CBD8C}" presName="Name19" presStyleLbl="parChTrans1D2" presStyleIdx="0" presStyleCnt="4"/>
      <dgm:spPr/>
    </dgm:pt>
    <dgm:pt modelId="{7C2E5C8E-7044-4F87-9BA9-87A165ED6BBC}" type="pres">
      <dgm:prSet presAssocID="{35843622-B268-4415-8E49-D9CB6CDC37FE}" presName="Name21" presStyleCnt="0"/>
      <dgm:spPr/>
    </dgm:pt>
    <dgm:pt modelId="{8AD17D7C-C866-4CA2-BCEF-EBE25B422275}" type="pres">
      <dgm:prSet presAssocID="{35843622-B268-4415-8E49-D9CB6CDC37FE}" presName="level2Shape" presStyleLbl="node2" presStyleIdx="0" presStyleCnt="4"/>
      <dgm:spPr/>
    </dgm:pt>
    <dgm:pt modelId="{B3C07B10-97C1-4E92-8DFD-BBBDEA64F2F4}" type="pres">
      <dgm:prSet presAssocID="{35843622-B268-4415-8E49-D9CB6CDC37FE}" presName="hierChild3" presStyleCnt="0"/>
      <dgm:spPr/>
    </dgm:pt>
    <dgm:pt modelId="{D63C8333-B0D8-4C2E-A922-6999385C193B}" type="pres">
      <dgm:prSet presAssocID="{4C05F94A-51E3-4D08-BBEB-A11CE7442FD5}" presName="Name19" presStyleLbl="parChTrans1D3" presStyleIdx="0" presStyleCnt="14"/>
      <dgm:spPr/>
    </dgm:pt>
    <dgm:pt modelId="{3E2A7F4F-1598-43BD-B850-6340BAA6E3AB}" type="pres">
      <dgm:prSet presAssocID="{5F9656ED-B7F0-4ADA-AD7D-1F009CC61B79}" presName="Name21" presStyleCnt="0"/>
      <dgm:spPr/>
    </dgm:pt>
    <dgm:pt modelId="{F8361D81-0168-4CE2-A2E2-A2E9D28C1E9E}" type="pres">
      <dgm:prSet presAssocID="{5F9656ED-B7F0-4ADA-AD7D-1F009CC61B79}" presName="level2Shape" presStyleLbl="node3" presStyleIdx="0" presStyleCnt="14"/>
      <dgm:spPr/>
    </dgm:pt>
    <dgm:pt modelId="{9508BA6D-C77E-48E0-B25C-5B822F5937B4}" type="pres">
      <dgm:prSet presAssocID="{5F9656ED-B7F0-4ADA-AD7D-1F009CC61B79}" presName="hierChild3" presStyleCnt="0"/>
      <dgm:spPr/>
    </dgm:pt>
    <dgm:pt modelId="{153B1B1A-7D25-4A2B-89C3-5AEC851E7862}" type="pres">
      <dgm:prSet presAssocID="{9781FD9D-BD6D-4402-88F8-7CCAA623E50D}" presName="Name19" presStyleLbl="parChTrans1D3" presStyleIdx="1" presStyleCnt="14"/>
      <dgm:spPr/>
    </dgm:pt>
    <dgm:pt modelId="{C6B16F56-0D2C-4558-949B-B7BADB05D1DB}" type="pres">
      <dgm:prSet presAssocID="{0F56C158-9182-4326-BDCD-549EA906D2B5}" presName="Name21" presStyleCnt="0"/>
      <dgm:spPr/>
    </dgm:pt>
    <dgm:pt modelId="{F61E12E0-966F-43B0-B513-AAC97992939E}" type="pres">
      <dgm:prSet presAssocID="{0F56C158-9182-4326-BDCD-549EA906D2B5}" presName="level2Shape" presStyleLbl="node3" presStyleIdx="1" presStyleCnt="14"/>
      <dgm:spPr/>
    </dgm:pt>
    <dgm:pt modelId="{02F01DA5-1D3F-4C54-8769-95FDD4752CE3}" type="pres">
      <dgm:prSet presAssocID="{0F56C158-9182-4326-BDCD-549EA906D2B5}" presName="hierChild3" presStyleCnt="0"/>
      <dgm:spPr/>
    </dgm:pt>
    <dgm:pt modelId="{E7E6040A-8507-4E76-B76D-1B797D64245B}" type="pres">
      <dgm:prSet presAssocID="{39ECB0B7-4611-4035-AD9E-5CA98BF86145}" presName="Name19" presStyleLbl="parChTrans1D3" presStyleIdx="2" presStyleCnt="14"/>
      <dgm:spPr/>
    </dgm:pt>
    <dgm:pt modelId="{01344EA7-905D-47EF-B7DA-515DAABE3C30}" type="pres">
      <dgm:prSet presAssocID="{F9F195DF-A6A4-4142-80C3-EF58C01E1EEB}" presName="Name21" presStyleCnt="0"/>
      <dgm:spPr/>
    </dgm:pt>
    <dgm:pt modelId="{649D6F49-76AD-4F61-AF1B-1F4119BB1259}" type="pres">
      <dgm:prSet presAssocID="{F9F195DF-A6A4-4142-80C3-EF58C01E1EEB}" presName="level2Shape" presStyleLbl="node3" presStyleIdx="2" presStyleCnt="14"/>
      <dgm:spPr/>
    </dgm:pt>
    <dgm:pt modelId="{23815357-09F0-4383-8935-19CC33B05940}" type="pres">
      <dgm:prSet presAssocID="{F9F195DF-A6A4-4142-80C3-EF58C01E1EEB}" presName="hierChild3" presStyleCnt="0"/>
      <dgm:spPr/>
    </dgm:pt>
    <dgm:pt modelId="{1D390C8E-01A6-46D3-90E7-A29BF445EFA8}" type="pres">
      <dgm:prSet presAssocID="{02CBDE89-2B71-4AC7-B3DE-E20D6C856A80}" presName="Name19" presStyleLbl="parChTrans1D3" presStyleIdx="3" presStyleCnt="14"/>
      <dgm:spPr/>
    </dgm:pt>
    <dgm:pt modelId="{DC5E40BB-897A-4D7E-91E9-52030CE6B704}" type="pres">
      <dgm:prSet presAssocID="{D4AA5412-77BA-49E6-B5F0-6A9B3FE57B51}" presName="Name21" presStyleCnt="0"/>
      <dgm:spPr/>
    </dgm:pt>
    <dgm:pt modelId="{2887E03B-634D-410F-8345-DE3CD685030B}" type="pres">
      <dgm:prSet presAssocID="{D4AA5412-77BA-49E6-B5F0-6A9B3FE57B51}" presName="level2Shape" presStyleLbl="node3" presStyleIdx="3" presStyleCnt="14"/>
      <dgm:spPr/>
    </dgm:pt>
    <dgm:pt modelId="{0F785C90-9D4A-4E2E-AF46-80CF4E54F6E0}" type="pres">
      <dgm:prSet presAssocID="{D4AA5412-77BA-49E6-B5F0-6A9B3FE57B51}" presName="hierChild3" presStyleCnt="0"/>
      <dgm:spPr/>
    </dgm:pt>
    <dgm:pt modelId="{8C542DFD-7D5C-47E9-9869-15164D4D4B04}" type="pres">
      <dgm:prSet presAssocID="{69BF4577-0B79-4560-8089-0BC473C882D8}" presName="Name19" presStyleLbl="parChTrans1D2" presStyleIdx="1" presStyleCnt="4"/>
      <dgm:spPr/>
    </dgm:pt>
    <dgm:pt modelId="{D4BCCB86-1AFC-4165-A433-1DC852015062}" type="pres">
      <dgm:prSet presAssocID="{32800FA6-AE1C-4607-BE1C-B87A6406FFCE}" presName="Name21" presStyleCnt="0"/>
      <dgm:spPr/>
    </dgm:pt>
    <dgm:pt modelId="{AD61AEDA-1397-41CD-93E5-316A70B32183}" type="pres">
      <dgm:prSet presAssocID="{32800FA6-AE1C-4607-BE1C-B87A6406FFCE}" presName="level2Shape" presStyleLbl="node2" presStyleIdx="1" presStyleCnt="4"/>
      <dgm:spPr/>
    </dgm:pt>
    <dgm:pt modelId="{6A8B660D-2013-4D7A-A4C7-998A769659C5}" type="pres">
      <dgm:prSet presAssocID="{32800FA6-AE1C-4607-BE1C-B87A6406FFCE}" presName="hierChild3" presStyleCnt="0"/>
      <dgm:spPr/>
    </dgm:pt>
    <dgm:pt modelId="{C1F1E184-51AE-4596-BE2E-B166377E34C0}" type="pres">
      <dgm:prSet presAssocID="{58F9410D-79DA-46DD-B60F-DAD23A3FA0BE}" presName="Name19" presStyleLbl="parChTrans1D3" presStyleIdx="4" presStyleCnt="14"/>
      <dgm:spPr/>
    </dgm:pt>
    <dgm:pt modelId="{D0EE155E-5711-48FB-A08F-01F90F7D884E}" type="pres">
      <dgm:prSet presAssocID="{10B431BF-07F0-407C-98C0-B2E6ACDBC064}" presName="Name21" presStyleCnt="0"/>
      <dgm:spPr/>
    </dgm:pt>
    <dgm:pt modelId="{6D5B90E3-841C-45D7-980E-AAC5B8D37089}" type="pres">
      <dgm:prSet presAssocID="{10B431BF-07F0-407C-98C0-B2E6ACDBC064}" presName="level2Shape" presStyleLbl="node3" presStyleIdx="4" presStyleCnt="14"/>
      <dgm:spPr/>
    </dgm:pt>
    <dgm:pt modelId="{27C9C5D6-326B-4A0B-9CF6-10091406D6F7}" type="pres">
      <dgm:prSet presAssocID="{10B431BF-07F0-407C-98C0-B2E6ACDBC064}" presName="hierChild3" presStyleCnt="0"/>
      <dgm:spPr/>
    </dgm:pt>
    <dgm:pt modelId="{36043635-8378-4FF9-9280-50D74CAB9BE7}" type="pres">
      <dgm:prSet presAssocID="{37154153-C692-423A-97A6-D759B473381D}" presName="Name19" presStyleLbl="parChTrans1D3" presStyleIdx="5" presStyleCnt="14"/>
      <dgm:spPr/>
    </dgm:pt>
    <dgm:pt modelId="{5D843FD1-8D4A-4251-8774-8A7CF2FDC753}" type="pres">
      <dgm:prSet presAssocID="{BBB40243-FBEB-454B-A461-D320E841CF11}" presName="Name21" presStyleCnt="0"/>
      <dgm:spPr/>
    </dgm:pt>
    <dgm:pt modelId="{EDBC0F06-03CA-4C42-8E73-76FC17B26AC1}" type="pres">
      <dgm:prSet presAssocID="{BBB40243-FBEB-454B-A461-D320E841CF11}" presName="level2Shape" presStyleLbl="node3" presStyleIdx="5" presStyleCnt="14"/>
      <dgm:spPr/>
    </dgm:pt>
    <dgm:pt modelId="{6B0F5C97-73D8-4116-A3E5-4983C61118F2}" type="pres">
      <dgm:prSet presAssocID="{BBB40243-FBEB-454B-A461-D320E841CF11}" presName="hierChild3" presStyleCnt="0"/>
      <dgm:spPr/>
    </dgm:pt>
    <dgm:pt modelId="{809672A2-BDE1-49F3-81D9-198D3F9CB60F}" type="pres">
      <dgm:prSet presAssocID="{F65446B3-8798-4B3C-B33B-E392C37F1795}" presName="Name19" presStyleLbl="parChTrans1D3" presStyleIdx="6" presStyleCnt="14"/>
      <dgm:spPr/>
    </dgm:pt>
    <dgm:pt modelId="{503EBE3A-D6EE-4C9C-8819-0E1C3EC51C77}" type="pres">
      <dgm:prSet presAssocID="{5264212B-90AE-4058-A4ED-BB9F51FAC243}" presName="Name21" presStyleCnt="0"/>
      <dgm:spPr/>
    </dgm:pt>
    <dgm:pt modelId="{0BF4DBFF-2E86-4298-BACF-D7D5E6A152A6}" type="pres">
      <dgm:prSet presAssocID="{5264212B-90AE-4058-A4ED-BB9F51FAC243}" presName="level2Shape" presStyleLbl="node3" presStyleIdx="6" presStyleCnt="14"/>
      <dgm:spPr/>
    </dgm:pt>
    <dgm:pt modelId="{E4E22BBF-0EEC-49E5-B23B-A73AD5752E0E}" type="pres">
      <dgm:prSet presAssocID="{5264212B-90AE-4058-A4ED-BB9F51FAC243}" presName="hierChild3" presStyleCnt="0"/>
      <dgm:spPr/>
    </dgm:pt>
    <dgm:pt modelId="{9FE7364D-17CC-48AF-8980-57C876C3F75C}" type="pres">
      <dgm:prSet presAssocID="{DF042865-1EF2-4BDC-B426-6532A4B94DCB}" presName="Name19" presStyleLbl="parChTrans1D3" presStyleIdx="7" presStyleCnt="14"/>
      <dgm:spPr/>
    </dgm:pt>
    <dgm:pt modelId="{427E4B3B-B1E5-4126-B47C-4D5AEDF65394}" type="pres">
      <dgm:prSet presAssocID="{CE948DBB-D24D-4D56-AA72-EA4CD096BA65}" presName="Name21" presStyleCnt="0"/>
      <dgm:spPr/>
    </dgm:pt>
    <dgm:pt modelId="{3253E14F-7069-432E-95FC-65991BAB751A}" type="pres">
      <dgm:prSet presAssocID="{CE948DBB-D24D-4D56-AA72-EA4CD096BA65}" presName="level2Shape" presStyleLbl="node3" presStyleIdx="7" presStyleCnt="14"/>
      <dgm:spPr/>
    </dgm:pt>
    <dgm:pt modelId="{864C87A4-4E93-44F0-A3D2-BB89036F9731}" type="pres">
      <dgm:prSet presAssocID="{CE948DBB-D24D-4D56-AA72-EA4CD096BA65}" presName="hierChild3" presStyleCnt="0"/>
      <dgm:spPr/>
    </dgm:pt>
    <dgm:pt modelId="{DBE5712D-1B39-4F31-8712-AF7EED8C17D5}" type="pres">
      <dgm:prSet presAssocID="{5824E8D6-09EF-488D-83F5-6783B27B947A}" presName="Name19" presStyleLbl="parChTrans1D2" presStyleIdx="2" presStyleCnt="4"/>
      <dgm:spPr/>
    </dgm:pt>
    <dgm:pt modelId="{9F76B5B5-02A1-4097-B767-98A3F92F2046}" type="pres">
      <dgm:prSet presAssocID="{21D43B90-99CA-4D62-B141-9EDFA10EAEEC}" presName="Name21" presStyleCnt="0"/>
      <dgm:spPr/>
    </dgm:pt>
    <dgm:pt modelId="{2ADD34BB-9D2B-4AEA-987D-8D937C6CB3EF}" type="pres">
      <dgm:prSet presAssocID="{21D43B90-99CA-4D62-B141-9EDFA10EAEEC}" presName="level2Shape" presStyleLbl="node2" presStyleIdx="2" presStyleCnt="4"/>
      <dgm:spPr/>
    </dgm:pt>
    <dgm:pt modelId="{2BCF23B8-FE13-4265-A1E7-4D540B363450}" type="pres">
      <dgm:prSet presAssocID="{21D43B90-99CA-4D62-B141-9EDFA10EAEEC}" presName="hierChild3" presStyleCnt="0"/>
      <dgm:spPr/>
    </dgm:pt>
    <dgm:pt modelId="{BB6A4993-0DA5-4D19-A48C-027442924269}" type="pres">
      <dgm:prSet presAssocID="{C814BCCF-1F54-4D08-8AC0-0E2FF95313DA}" presName="Name19" presStyleLbl="parChTrans1D3" presStyleIdx="8" presStyleCnt="14"/>
      <dgm:spPr/>
    </dgm:pt>
    <dgm:pt modelId="{BBF130E9-3A1E-4970-AF6B-E1C6100D6962}" type="pres">
      <dgm:prSet presAssocID="{2790ECF0-3B10-4259-9A13-1AE77CD688DF}" presName="Name21" presStyleCnt="0"/>
      <dgm:spPr/>
    </dgm:pt>
    <dgm:pt modelId="{8C830EA8-5316-458A-B0C1-2B4673C95F15}" type="pres">
      <dgm:prSet presAssocID="{2790ECF0-3B10-4259-9A13-1AE77CD688DF}" presName="level2Shape" presStyleLbl="node3" presStyleIdx="8" presStyleCnt="14"/>
      <dgm:spPr/>
    </dgm:pt>
    <dgm:pt modelId="{55BD8273-31FC-434C-BCCE-A82C0F24EAFF}" type="pres">
      <dgm:prSet presAssocID="{2790ECF0-3B10-4259-9A13-1AE77CD688DF}" presName="hierChild3" presStyleCnt="0"/>
      <dgm:spPr/>
    </dgm:pt>
    <dgm:pt modelId="{2F8F6933-AB6B-4B65-9B6A-07C8D455A595}" type="pres">
      <dgm:prSet presAssocID="{4B09BA3A-C9B2-4A14-92B8-1616433D196A}" presName="Name19" presStyleLbl="parChTrans1D3" presStyleIdx="9" presStyleCnt="14"/>
      <dgm:spPr/>
    </dgm:pt>
    <dgm:pt modelId="{4AE8BDD1-8D02-446B-9511-ADAC0B8FD45D}" type="pres">
      <dgm:prSet presAssocID="{DE7C5301-CD3D-42B6-869F-8E3A1D7690A1}" presName="Name21" presStyleCnt="0"/>
      <dgm:spPr/>
    </dgm:pt>
    <dgm:pt modelId="{1C52D346-5BF6-4EDD-99AA-EF036DFC3CB0}" type="pres">
      <dgm:prSet presAssocID="{DE7C5301-CD3D-42B6-869F-8E3A1D7690A1}" presName="level2Shape" presStyleLbl="node3" presStyleIdx="9" presStyleCnt="14"/>
      <dgm:spPr/>
    </dgm:pt>
    <dgm:pt modelId="{C43925EE-0016-494E-8742-766D2C1F63B1}" type="pres">
      <dgm:prSet presAssocID="{DE7C5301-CD3D-42B6-869F-8E3A1D7690A1}" presName="hierChild3" presStyleCnt="0"/>
      <dgm:spPr/>
    </dgm:pt>
    <dgm:pt modelId="{0C05C6F0-11FD-499F-A4F5-7805B0EE2FF7}" type="pres">
      <dgm:prSet presAssocID="{C4C3D735-8130-4B5A-ADBF-BDDD5E83D033}" presName="Name19" presStyleLbl="parChTrans1D3" presStyleIdx="10" presStyleCnt="14"/>
      <dgm:spPr/>
    </dgm:pt>
    <dgm:pt modelId="{B70B470B-E77D-443D-96C3-C01A2D3DD9E2}" type="pres">
      <dgm:prSet presAssocID="{6021F4CD-7E16-4541-87B9-EC7530FAB1D9}" presName="Name21" presStyleCnt="0"/>
      <dgm:spPr/>
    </dgm:pt>
    <dgm:pt modelId="{4DBC23F5-C540-4211-9F0E-2D429FBF5345}" type="pres">
      <dgm:prSet presAssocID="{6021F4CD-7E16-4541-87B9-EC7530FAB1D9}" presName="level2Shape" presStyleLbl="node3" presStyleIdx="10" presStyleCnt="14"/>
      <dgm:spPr/>
    </dgm:pt>
    <dgm:pt modelId="{40C5223A-309A-4DE2-940F-283596BE8756}" type="pres">
      <dgm:prSet presAssocID="{6021F4CD-7E16-4541-87B9-EC7530FAB1D9}" presName="hierChild3" presStyleCnt="0"/>
      <dgm:spPr/>
    </dgm:pt>
    <dgm:pt modelId="{4FE7C3B0-BC06-4D78-AAA2-56897F8E782A}" type="pres">
      <dgm:prSet presAssocID="{268C539A-7877-44DB-B837-879435B127FB}" presName="Name19" presStyleLbl="parChTrans1D2" presStyleIdx="3" presStyleCnt="4"/>
      <dgm:spPr/>
    </dgm:pt>
    <dgm:pt modelId="{581CEBE4-0BCB-44F0-AAB8-5B335056DD0D}" type="pres">
      <dgm:prSet presAssocID="{5DB3A9CF-DC34-4A5E-B620-F1D475691A9D}" presName="Name21" presStyleCnt="0"/>
      <dgm:spPr/>
    </dgm:pt>
    <dgm:pt modelId="{F02BF05A-C210-4B67-9622-8AF4195B37A9}" type="pres">
      <dgm:prSet presAssocID="{5DB3A9CF-DC34-4A5E-B620-F1D475691A9D}" presName="level2Shape" presStyleLbl="node2" presStyleIdx="3" presStyleCnt="4"/>
      <dgm:spPr/>
    </dgm:pt>
    <dgm:pt modelId="{A5B65AF5-050A-42DF-97E1-97F5168DBFF7}" type="pres">
      <dgm:prSet presAssocID="{5DB3A9CF-DC34-4A5E-B620-F1D475691A9D}" presName="hierChild3" presStyleCnt="0"/>
      <dgm:spPr/>
    </dgm:pt>
    <dgm:pt modelId="{E96A9E0B-4CD8-4063-9D7C-035E2A54CC13}" type="pres">
      <dgm:prSet presAssocID="{8DB6F0BC-1915-49D7-B2D5-BB8423BBE504}" presName="Name19" presStyleLbl="parChTrans1D3" presStyleIdx="11" presStyleCnt="14"/>
      <dgm:spPr/>
    </dgm:pt>
    <dgm:pt modelId="{48E2608C-713B-4424-9183-3077DF3E54ED}" type="pres">
      <dgm:prSet presAssocID="{57FD97F6-6D16-4355-82E7-8C478AB5A8AF}" presName="Name21" presStyleCnt="0"/>
      <dgm:spPr/>
    </dgm:pt>
    <dgm:pt modelId="{38EB3A5B-DF06-48F0-99DE-874ED9AEE681}" type="pres">
      <dgm:prSet presAssocID="{57FD97F6-6D16-4355-82E7-8C478AB5A8AF}" presName="level2Shape" presStyleLbl="node3" presStyleIdx="11" presStyleCnt="14"/>
      <dgm:spPr/>
    </dgm:pt>
    <dgm:pt modelId="{ABBC24CF-2831-4BBB-AC33-BB30742043D5}" type="pres">
      <dgm:prSet presAssocID="{57FD97F6-6D16-4355-82E7-8C478AB5A8AF}" presName="hierChild3" presStyleCnt="0"/>
      <dgm:spPr/>
    </dgm:pt>
    <dgm:pt modelId="{0F74EDF3-A2EB-4995-A610-B88F0DE1F6E2}" type="pres">
      <dgm:prSet presAssocID="{A861EB78-7BD8-4CF1-BC76-EC44B04B1915}" presName="Name19" presStyleLbl="parChTrans1D3" presStyleIdx="12" presStyleCnt="14"/>
      <dgm:spPr/>
    </dgm:pt>
    <dgm:pt modelId="{147FB5E9-21D0-4F03-B34F-B1C6888E5B90}" type="pres">
      <dgm:prSet presAssocID="{214FBE73-B2DA-4785-9806-E66DD53FA04F}" presName="Name21" presStyleCnt="0"/>
      <dgm:spPr/>
    </dgm:pt>
    <dgm:pt modelId="{46523698-50D9-46F4-996E-11752880D8CD}" type="pres">
      <dgm:prSet presAssocID="{214FBE73-B2DA-4785-9806-E66DD53FA04F}" presName="level2Shape" presStyleLbl="node3" presStyleIdx="12" presStyleCnt="14"/>
      <dgm:spPr/>
    </dgm:pt>
    <dgm:pt modelId="{E4D2F473-991C-49FB-9065-194344C639DB}" type="pres">
      <dgm:prSet presAssocID="{214FBE73-B2DA-4785-9806-E66DD53FA04F}" presName="hierChild3" presStyleCnt="0"/>
      <dgm:spPr/>
    </dgm:pt>
    <dgm:pt modelId="{EC769DF2-B40A-4751-9EDA-DFA7558F06C6}" type="pres">
      <dgm:prSet presAssocID="{45E64B8F-0301-4590-BB7E-356FD5A3DEFE}" presName="Name19" presStyleLbl="parChTrans1D3" presStyleIdx="13" presStyleCnt="14"/>
      <dgm:spPr/>
    </dgm:pt>
    <dgm:pt modelId="{47EA7EFF-3B4D-4B41-BAAF-27BFCC2C5C75}" type="pres">
      <dgm:prSet presAssocID="{0128E871-1AC3-4677-A51B-AF53405D819D}" presName="Name21" presStyleCnt="0"/>
      <dgm:spPr/>
    </dgm:pt>
    <dgm:pt modelId="{07428B79-9D38-4A1A-A172-86321E60D0AE}" type="pres">
      <dgm:prSet presAssocID="{0128E871-1AC3-4677-A51B-AF53405D819D}" presName="level2Shape" presStyleLbl="node3" presStyleIdx="13" presStyleCnt="14"/>
      <dgm:spPr/>
    </dgm:pt>
    <dgm:pt modelId="{F3490E54-2136-45F1-8093-4DDE89565B25}" type="pres">
      <dgm:prSet presAssocID="{0128E871-1AC3-4677-A51B-AF53405D819D}" presName="hierChild3" presStyleCnt="0"/>
      <dgm:spPr/>
    </dgm:pt>
    <dgm:pt modelId="{65FE940C-00FC-4410-913A-B20F79CC51BE}" type="pres">
      <dgm:prSet presAssocID="{A68445B7-8FCC-49C1-BEDE-09B835AB31E7}" presName="bgShapesFlow" presStyleCnt="0"/>
      <dgm:spPr/>
    </dgm:pt>
  </dgm:ptLst>
  <dgm:cxnLst>
    <dgm:cxn modelId="{37143F05-813A-4150-B8D1-388088508F73}" type="presOf" srcId="{5264212B-90AE-4058-A4ED-BB9F51FAC243}" destId="{0BF4DBFF-2E86-4298-BACF-D7D5E6A152A6}" srcOrd="0" destOrd="0" presId="urn:microsoft.com/office/officeart/2005/8/layout/hierarchy6"/>
    <dgm:cxn modelId="{480C3507-65EC-4954-9FE9-B538E272BD23}" srcId="{35843622-B268-4415-8E49-D9CB6CDC37FE}" destId="{D4AA5412-77BA-49E6-B5F0-6A9B3FE57B51}" srcOrd="3" destOrd="0" parTransId="{02CBDE89-2B71-4AC7-B3DE-E20D6C856A80}" sibTransId="{05AF516F-D705-4F05-8FC2-E6FE84A8862E}"/>
    <dgm:cxn modelId="{93D26B09-8D45-411F-9CBE-BF4FF172EBAB}" srcId="{A68445B7-8FCC-49C1-BEDE-09B835AB31E7}" destId="{33610B16-983E-437B-A1AC-EE062AA323C4}" srcOrd="0" destOrd="0" parTransId="{AAA5034B-E1E6-42AB-A2CF-52DB15AE36B6}" sibTransId="{571282A5-E838-43A4-A576-4BC19F48FCBF}"/>
    <dgm:cxn modelId="{5441C810-C58B-470E-B653-AE5F663C7208}" srcId="{32800FA6-AE1C-4607-BE1C-B87A6406FFCE}" destId="{10B431BF-07F0-407C-98C0-B2E6ACDBC064}" srcOrd="0" destOrd="0" parTransId="{58F9410D-79DA-46DD-B60F-DAD23A3FA0BE}" sibTransId="{4F375220-8DBB-4855-BA35-346B84E8FB3E}"/>
    <dgm:cxn modelId="{EB18C713-328D-40EE-9EDB-01A98F613FF7}" type="presOf" srcId="{DE7C5301-CD3D-42B6-869F-8E3A1D7690A1}" destId="{1C52D346-5BF6-4EDD-99AA-EF036DFC3CB0}" srcOrd="0" destOrd="0" presId="urn:microsoft.com/office/officeart/2005/8/layout/hierarchy6"/>
    <dgm:cxn modelId="{1C57F013-4D8A-4A20-A4E3-B9BD7332B2C3}" type="presOf" srcId="{E89F0586-C13C-4C2A-9682-8619290CBD8C}" destId="{64CF35B9-5548-4182-9C6B-A589AC2D7BCD}" srcOrd="0" destOrd="0" presId="urn:microsoft.com/office/officeart/2005/8/layout/hierarchy6"/>
    <dgm:cxn modelId="{60A0BE18-5436-455B-9F55-84D173355788}" type="presOf" srcId="{214FBE73-B2DA-4785-9806-E66DD53FA04F}" destId="{46523698-50D9-46F4-996E-11752880D8CD}" srcOrd="0" destOrd="0" presId="urn:microsoft.com/office/officeart/2005/8/layout/hierarchy6"/>
    <dgm:cxn modelId="{E9F6C118-579A-47DC-A026-2C014D8F76B6}" type="presOf" srcId="{33610B16-983E-437B-A1AC-EE062AA323C4}" destId="{9FE166C2-53DC-474A-B581-D285B297156D}" srcOrd="0" destOrd="0" presId="urn:microsoft.com/office/officeart/2005/8/layout/hierarchy6"/>
    <dgm:cxn modelId="{D557351A-4945-43EA-83FA-0D228880716B}" type="presOf" srcId="{9781FD9D-BD6D-4402-88F8-7CCAA623E50D}" destId="{153B1B1A-7D25-4A2B-89C3-5AEC851E7862}" srcOrd="0" destOrd="0" presId="urn:microsoft.com/office/officeart/2005/8/layout/hierarchy6"/>
    <dgm:cxn modelId="{29C3F41D-83D2-406D-85A1-9127FD4E072D}" type="presOf" srcId="{D4AA5412-77BA-49E6-B5F0-6A9B3FE57B51}" destId="{2887E03B-634D-410F-8345-DE3CD685030B}" srcOrd="0" destOrd="0" presId="urn:microsoft.com/office/officeart/2005/8/layout/hierarchy6"/>
    <dgm:cxn modelId="{F6CF3B25-A75C-470C-9CA3-194DB3410495}" type="presOf" srcId="{F9F195DF-A6A4-4142-80C3-EF58C01E1EEB}" destId="{649D6F49-76AD-4F61-AF1B-1F4119BB1259}" srcOrd="0" destOrd="0" presId="urn:microsoft.com/office/officeart/2005/8/layout/hierarchy6"/>
    <dgm:cxn modelId="{10F99B26-E5D1-4314-9477-92E99399835C}" type="presOf" srcId="{4B09BA3A-C9B2-4A14-92B8-1616433D196A}" destId="{2F8F6933-AB6B-4B65-9B6A-07C8D455A595}" srcOrd="0" destOrd="0" presId="urn:microsoft.com/office/officeart/2005/8/layout/hierarchy6"/>
    <dgm:cxn modelId="{AB37982B-C786-4D7F-B026-D2DCA8255A5D}" srcId="{33610B16-983E-437B-A1AC-EE062AA323C4}" destId="{32800FA6-AE1C-4607-BE1C-B87A6406FFCE}" srcOrd="1" destOrd="0" parTransId="{69BF4577-0B79-4560-8089-0BC473C882D8}" sibTransId="{8F5A0041-68E3-4AC5-A867-A5C1F69092B7}"/>
    <dgm:cxn modelId="{518C192F-C98C-4F82-A6CB-4876B80DAFD5}" srcId="{21D43B90-99CA-4D62-B141-9EDFA10EAEEC}" destId="{6021F4CD-7E16-4541-87B9-EC7530FAB1D9}" srcOrd="2" destOrd="0" parTransId="{C4C3D735-8130-4B5A-ADBF-BDDD5E83D033}" sibTransId="{4B6D8D68-D9AE-4D3F-8F08-96F45F6B2385}"/>
    <dgm:cxn modelId="{1F1D4133-F28C-4AC5-86F3-09F2BFDE6AB5}" type="presOf" srcId="{F65446B3-8798-4B3C-B33B-E392C37F1795}" destId="{809672A2-BDE1-49F3-81D9-198D3F9CB60F}" srcOrd="0" destOrd="0" presId="urn:microsoft.com/office/officeart/2005/8/layout/hierarchy6"/>
    <dgm:cxn modelId="{A361403C-0B7F-491A-BED0-3DF03F166FC6}" srcId="{32800FA6-AE1C-4607-BE1C-B87A6406FFCE}" destId="{CE948DBB-D24D-4D56-AA72-EA4CD096BA65}" srcOrd="3" destOrd="0" parTransId="{DF042865-1EF2-4BDC-B426-6532A4B94DCB}" sibTransId="{D92E0DB1-25BE-4611-8237-ED56A4BC0A4E}"/>
    <dgm:cxn modelId="{B942F15B-2862-4F34-A3BC-F5C86DA9C9C4}" srcId="{32800FA6-AE1C-4607-BE1C-B87A6406FFCE}" destId="{5264212B-90AE-4058-A4ED-BB9F51FAC243}" srcOrd="2" destOrd="0" parTransId="{F65446B3-8798-4B3C-B33B-E392C37F1795}" sibTransId="{94506B4F-C706-4C41-9E06-064CC61028EC}"/>
    <dgm:cxn modelId="{8EBBA860-40A5-48D3-A8EF-6D6FC2D1EC5C}" srcId="{5DB3A9CF-DC34-4A5E-B620-F1D475691A9D}" destId="{214FBE73-B2DA-4785-9806-E66DD53FA04F}" srcOrd="1" destOrd="0" parTransId="{A861EB78-7BD8-4CF1-BC76-EC44B04B1915}" sibTransId="{08CD81BE-6A3B-4BD0-9DE8-38DD09DA816C}"/>
    <dgm:cxn modelId="{6A9F5142-97A0-4E53-B37E-24F5E8DC28B1}" type="presOf" srcId="{5824E8D6-09EF-488D-83F5-6783B27B947A}" destId="{DBE5712D-1B39-4F31-8712-AF7EED8C17D5}" srcOrd="0" destOrd="0" presId="urn:microsoft.com/office/officeart/2005/8/layout/hierarchy6"/>
    <dgm:cxn modelId="{19A8E343-A961-4B59-B857-A8D14B119154}" srcId="{33610B16-983E-437B-A1AC-EE062AA323C4}" destId="{21D43B90-99CA-4D62-B141-9EDFA10EAEEC}" srcOrd="2" destOrd="0" parTransId="{5824E8D6-09EF-488D-83F5-6783B27B947A}" sibTransId="{C3B966EA-735D-4468-AD8C-FEFFB7BA162B}"/>
    <dgm:cxn modelId="{F7BC2544-26EB-4EAD-B789-0092F4EB0F5C}" type="presOf" srcId="{A68445B7-8FCC-49C1-BEDE-09B835AB31E7}" destId="{C3746763-EC3C-47F7-B991-AE2501862DD7}" srcOrd="0" destOrd="0" presId="urn:microsoft.com/office/officeart/2005/8/layout/hierarchy6"/>
    <dgm:cxn modelId="{7511D345-292A-4E79-BFC8-5C7B5BFC4481}" type="presOf" srcId="{39ECB0B7-4611-4035-AD9E-5CA98BF86145}" destId="{E7E6040A-8507-4E76-B76D-1B797D64245B}" srcOrd="0" destOrd="0" presId="urn:microsoft.com/office/officeart/2005/8/layout/hierarchy6"/>
    <dgm:cxn modelId="{B5731C48-7AEF-4AE5-B80C-73712F006397}" type="presOf" srcId="{BBB40243-FBEB-454B-A461-D320E841CF11}" destId="{EDBC0F06-03CA-4C42-8E73-76FC17B26AC1}" srcOrd="0" destOrd="0" presId="urn:microsoft.com/office/officeart/2005/8/layout/hierarchy6"/>
    <dgm:cxn modelId="{76D39A49-77A6-408E-BCA0-D2A26E88C4C2}" type="presOf" srcId="{45E64B8F-0301-4590-BB7E-356FD5A3DEFE}" destId="{EC769DF2-B40A-4751-9EDA-DFA7558F06C6}" srcOrd="0" destOrd="0" presId="urn:microsoft.com/office/officeart/2005/8/layout/hierarchy6"/>
    <dgm:cxn modelId="{D47A376D-34F5-493E-96E9-0DA39BC5AD3C}" type="presOf" srcId="{2790ECF0-3B10-4259-9A13-1AE77CD688DF}" destId="{8C830EA8-5316-458A-B0C1-2B4673C95F15}" srcOrd="0" destOrd="0" presId="urn:microsoft.com/office/officeart/2005/8/layout/hierarchy6"/>
    <dgm:cxn modelId="{F0C84751-B5D5-4B60-A53B-2AC508F2C06E}" srcId="{33610B16-983E-437B-A1AC-EE062AA323C4}" destId="{35843622-B268-4415-8E49-D9CB6CDC37FE}" srcOrd="0" destOrd="0" parTransId="{E89F0586-C13C-4C2A-9682-8619290CBD8C}" sibTransId="{5B2F50F5-F5CA-4D82-9CDA-6074FCAFE9D1}"/>
    <dgm:cxn modelId="{78914E51-0D89-45B2-B69E-BA84471AA429}" type="presOf" srcId="{69BF4577-0B79-4560-8089-0BC473C882D8}" destId="{8C542DFD-7D5C-47E9-9869-15164D4D4B04}" srcOrd="0" destOrd="0" presId="urn:microsoft.com/office/officeart/2005/8/layout/hierarchy6"/>
    <dgm:cxn modelId="{64289A71-1908-4394-8223-6F3091E63CD6}" type="presOf" srcId="{5DB3A9CF-DC34-4A5E-B620-F1D475691A9D}" destId="{F02BF05A-C210-4B67-9622-8AF4195B37A9}" srcOrd="0" destOrd="0" presId="urn:microsoft.com/office/officeart/2005/8/layout/hierarchy6"/>
    <dgm:cxn modelId="{9D339672-E77E-465C-8EC5-3D1E95196AAD}" type="presOf" srcId="{C814BCCF-1F54-4D08-8AC0-0E2FF95313DA}" destId="{BB6A4993-0DA5-4D19-A48C-027442924269}" srcOrd="0" destOrd="0" presId="urn:microsoft.com/office/officeart/2005/8/layout/hierarchy6"/>
    <dgm:cxn modelId="{6C75B272-1326-4ECA-815B-4DCA3E734B37}" type="presOf" srcId="{32800FA6-AE1C-4607-BE1C-B87A6406FFCE}" destId="{AD61AEDA-1397-41CD-93E5-316A70B32183}" srcOrd="0" destOrd="0" presId="urn:microsoft.com/office/officeart/2005/8/layout/hierarchy6"/>
    <dgm:cxn modelId="{6A1B2F75-0417-4786-AF52-FE6A05CBFAD3}" srcId="{33610B16-983E-437B-A1AC-EE062AA323C4}" destId="{5DB3A9CF-DC34-4A5E-B620-F1D475691A9D}" srcOrd="3" destOrd="0" parTransId="{268C539A-7877-44DB-B837-879435B127FB}" sibTransId="{CC45FF54-5D80-4F35-B98B-7C631E00C96E}"/>
    <dgm:cxn modelId="{57BB6455-B974-48A8-8177-C12B3A201111}" type="presOf" srcId="{C4C3D735-8130-4B5A-ADBF-BDDD5E83D033}" destId="{0C05C6F0-11FD-499F-A4F5-7805B0EE2FF7}" srcOrd="0" destOrd="0" presId="urn:microsoft.com/office/officeart/2005/8/layout/hierarchy6"/>
    <dgm:cxn modelId="{04CC9977-3962-4EAB-B488-2E9D77AC11F5}" type="presOf" srcId="{37154153-C692-423A-97A6-D759B473381D}" destId="{36043635-8378-4FF9-9280-50D74CAB9BE7}" srcOrd="0" destOrd="0" presId="urn:microsoft.com/office/officeart/2005/8/layout/hierarchy6"/>
    <dgm:cxn modelId="{1C202478-C9E5-41FD-9074-B33A5C3FB7E5}" srcId="{35843622-B268-4415-8E49-D9CB6CDC37FE}" destId="{F9F195DF-A6A4-4142-80C3-EF58C01E1EEB}" srcOrd="2" destOrd="0" parTransId="{39ECB0B7-4611-4035-AD9E-5CA98BF86145}" sibTransId="{CB2CD145-BDC8-4E0C-81B4-B5DC0A2BA2AE}"/>
    <dgm:cxn modelId="{05DC9E58-520E-4C9C-8452-054A4EA40954}" type="presOf" srcId="{0128E871-1AC3-4677-A51B-AF53405D819D}" destId="{07428B79-9D38-4A1A-A172-86321E60D0AE}" srcOrd="0" destOrd="0" presId="urn:microsoft.com/office/officeart/2005/8/layout/hierarchy6"/>
    <dgm:cxn modelId="{29BD477C-5D5F-4B05-97B7-BD952B345DA6}" type="presOf" srcId="{0F56C158-9182-4326-BDCD-549EA906D2B5}" destId="{F61E12E0-966F-43B0-B513-AAC97992939E}" srcOrd="0" destOrd="0" presId="urn:microsoft.com/office/officeart/2005/8/layout/hierarchy6"/>
    <dgm:cxn modelId="{2289677E-8911-4F33-B91F-7D70AE71B38D}" type="presOf" srcId="{57FD97F6-6D16-4355-82E7-8C478AB5A8AF}" destId="{38EB3A5B-DF06-48F0-99DE-874ED9AEE681}" srcOrd="0" destOrd="0" presId="urn:microsoft.com/office/officeart/2005/8/layout/hierarchy6"/>
    <dgm:cxn modelId="{F6BAA081-2F25-4C1F-B2AD-E15989E33B9F}" type="presOf" srcId="{10B431BF-07F0-407C-98C0-B2E6ACDBC064}" destId="{6D5B90E3-841C-45D7-980E-AAC5B8D37089}" srcOrd="0" destOrd="0" presId="urn:microsoft.com/office/officeart/2005/8/layout/hierarchy6"/>
    <dgm:cxn modelId="{E0D6FC82-7E1C-47B9-BC2E-108C9D5622BA}" type="presOf" srcId="{5F9656ED-B7F0-4ADA-AD7D-1F009CC61B79}" destId="{F8361D81-0168-4CE2-A2E2-A2E9D28C1E9E}" srcOrd="0" destOrd="0" presId="urn:microsoft.com/office/officeart/2005/8/layout/hierarchy6"/>
    <dgm:cxn modelId="{8F98898E-3462-4F46-8632-3631132812AB}" srcId="{21D43B90-99CA-4D62-B141-9EDFA10EAEEC}" destId="{DE7C5301-CD3D-42B6-869F-8E3A1D7690A1}" srcOrd="1" destOrd="0" parTransId="{4B09BA3A-C9B2-4A14-92B8-1616433D196A}" sibTransId="{55C0283C-23CC-476F-8FFA-89033FA1FCDF}"/>
    <dgm:cxn modelId="{58517897-1656-4162-AA7C-5C095B04A962}" type="presOf" srcId="{35843622-B268-4415-8E49-D9CB6CDC37FE}" destId="{8AD17D7C-C866-4CA2-BCEF-EBE25B422275}" srcOrd="0" destOrd="0" presId="urn:microsoft.com/office/officeart/2005/8/layout/hierarchy6"/>
    <dgm:cxn modelId="{6E338B9B-B7C5-494D-B1F8-42D44F82879D}" srcId="{21D43B90-99CA-4D62-B141-9EDFA10EAEEC}" destId="{2790ECF0-3B10-4259-9A13-1AE77CD688DF}" srcOrd="0" destOrd="0" parTransId="{C814BCCF-1F54-4D08-8AC0-0E2FF95313DA}" sibTransId="{B32E5475-2C91-4BC0-ABCA-9E8305CF923C}"/>
    <dgm:cxn modelId="{8321729E-0788-4EA4-B4D4-92BF87EB655C}" type="presOf" srcId="{58F9410D-79DA-46DD-B60F-DAD23A3FA0BE}" destId="{C1F1E184-51AE-4596-BE2E-B166377E34C0}" srcOrd="0" destOrd="0" presId="urn:microsoft.com/office/officeart/2005/8/layout/hierarchy6"/>
    <dgm:cxn modelId="{4201CE9E-14C3-4FB5-B1AF-9EF58AD2A99F}" type="presOf" srcId="{268C539A-7877-44DB-B837-879435B127FB}" destId="{4FE7C3B0-BC06-4D78-AAA2-56897F8E782A}" srcOrd="0" destOrd="0" presId="urn:microsoft.com/office/officeart/2005/8/layout/hierarchy6"/>
    <dgm:cxn modelId="{D81B189F-FAE3-42B0-BE66-3C8DA74B4C86}" srcId="{35843622-B268-4415-8E49-D9CB6CDC37FE}" destId="{0F56C158-9182-4326-BDCD-549EA906D2B5}" srcOrd="1" destOrd="0" parTransId="{9781FD9D-BD6D-4402-88F8-7CCAA623E50D}" sibTransId="{141D9D42-86A9-4B81-B67D-4188D9A60494}"/>
    <dgm:cxn modelId="{A3941A9F-F54E-41E7-B6CB-9A89831C5E14}" srcId="{5DB3A9CF-DC34-4A5E-B620-F1D475691A9D}" destId="{57FD97F6-6D16-4355-82E7-8C478AB5A8AF}" srcOrd="0" destOrd="0" parTransId="{8DB6F0BC-1915-49D7-B2D5-BB8423BBE504}" sibTransId="{CC2A861C-8DB5-4E00-96C5-984006C984CF}"/>
    <dgm:cxn modelId="{287975A3-73A5-4AB8-A210-99A337343771}" type="presOf" srcId="{02CBDE89-2B71-4AC7-B3DE-E20D6C856A80}" destId="{1D390C8E-01A6-46D3-90E7-A29BF445EFA8}" srcOrd="0" destOrd="0" presId="urn:microsoft.com/office/officeart/2005/8/layout/hierarchy6"/>
    <dgm:cxn modelId="{CE62F8A8-0451-4268-B4E6-E60B600180AE}" srcId="{32800FA6-AE1C-4607-BE1C-B87A6406FFCE}" destId="{BBB40243-FBEB-454B-A461-D320E841CF11}" srcOrd="1" destOrd="0" parTransId="{37154153-C692-423A-97A6-D759B473381D}" sibTransId="{1DFC395D-C799-4438-80E3-1073F020CE5C}"/>
    <dgm:cxn modelId="{83B4B7B0-890A-41B7-A50F-25B58B0D402B}" type="presOf" srcId="{A861EB78-7BD8-4CF1-BC76-EC44B04B1915}" destId="{0F74EDF3-A2EB-4995-A610-B88F0DE1F6E2}" srcOrd="0" destOrd="0" presId="urn:microsoft.com/office/officeart/2005/8/layout/hierarchy6"/>
    <dgm:cxn modelId="{853A0AB9-8191-4B21-BDBF-8AF1AFE5ACAC}" srcId="{35843622-B268-4415-8E49-D9CB6CDC37FE}" destId="{5F9656ED-B7F0-4ADA-AD7D-1F009CC61B79}" srcOrd="0" destOrd="0" parTransId="{4C05F94A-51E3-4D08-BBEB-A11CE7442FD5}" sibTransId="{AC87C5F9-D9FD-4BF3-84C9-936759650A6E}"/>
    <dgm:cxn modelId="{14D27CC1-E300-4BAA-AC86-46BFFD902401}" type="presOf" srcId="{8DB6F0BC-1915-49D7-B2D5-BB8423BBE504}" destId="{E96A9E0B-4CD8-4063-9D7C-035E2A54CC13}" srcOrd="0" destOrd="0" presId="urn:microsoft.com/office/officeart/2005/8/layout/hierarchy6"/>
    <dgm:cxn modelId="{8ACFC3CE-C2BF-4A05-AC19-261EBC23A955}" type="presOf" srcId="{CE948DBB-D24D-4D56-AA72-EA4CD096BA65}" destId="{3253E14F-7069-432E-95FC-65991BAB751A}" srcOrd="0" destOrd="0" presId="urn:microsoft.com/office/officeart/2005/8/layout/hierarchy6"/>
    <dgm:cxn modelId="{ECA16ED0-6E3B-4C70-B271-8CDF28AC4064}" type="presOf" srcId="{21D43B90-99CA-4D62-B141-9EDFA10EAEEC}" destId="{2ADD34BB-9D2B-4AEA-987D-8D937C6CB3EF}" srcOrd="0" destOrd="0" presId="urn:microsoft.com/office/officeart/2005/8/layout/hierarchy6"/>
    <dgm:cxn modelId="{0C95EED4-578C-489C-82C1-41F996F4B368}" type="presOf" srcId="{DF042865-1EF2-4BDC-B426-6532A4B94DCB}" destId="{9FE7364D-17CC-48AF-8980-57C876C3F75C}" srcOrd="0" destOrd="0" presId="urn:microsoft.com/office/officeart/2005/8/layout/hierarchy6"/>
    <dgm:cxn modelId="{E304CEE0-32F4-4C39-A531-BD8B8DB0B444}" type="presOf" srcId="{4C05F94A-51E3-4D08-BBEB-A11CE7442FD5}" destId="{D63C8333-B0D8-4C2E-A922-6999385C193B}" srcOrd="0" destOrd="0" presId="urn:microsoft.com/office/officeart/2005/8/layout/hierarchy6"/>
    <dgm:cxn modelId="{79EF9BF1-BDCD-4A31-9BCB-7CE49064BA4A}" srcId="{5DB3A9CF-DC34-4A5E-B620-F1D475691A9D}" destId="{0128E871-1AC3-4677-A51B-AF53405D819D}" srcOrd="2" destOrd="0" parTransId="{45E64B8F-0301-4590-BB7E-356FD5A3DEFE}" sibTransId="{3503AC57-A245-44AF-88C1-5EDED7B0C93B}"/>
    <dgm:cxn modelId="{EC6818FF-DF8A-46C6-9BF5-F14E666B25C1}" type="presOf" srcId="{6021F4CD-7E16-4541-87B9-EC7530FAB1D9}" destId="{4DBC23F5-C540-4211-9F0E-2D429FBF5345}" srcOrd="0" destOrd="0" presId="urn:microsoft.com/office/officeart/2005/8/layout/hierarchy6"/>
    <dgm:cxn modelId="{A5D231D3-6EFE-4589-A08F-0596A6156D56}" type="presParOf" srcId="{C3746763-EC3C-47F7-B991-AE2501862DD7}" destId="{51C3A409-582C-4130-8843-1C036272D7F9}" srcOrd="0" destOrd="0" presId="urn:microsoft.com/office/officeart/2005/8/layout/hierarchy6"/>
    <dgm:cxn modelId="{64336847-71E8-44AB-9B87-671477516A21}" type="presParOf" srcId="{51C3A409-582C-4130-8843-1C036272D7F9}" destId="{5D18174B-887F-418C-8B4F-3222327D3D9F}" srcOrd="0" destOrd="0" presId="urn:microsoft.com/office/officeart/2005/8/layout/hierarchy6"/>
    <dgm:cxn modelId="{2F02D724-8013-4956-8BA4-5C963E9E8AC8}" type="presParOf" srcId="{5D18174B-887F-418C-8B4F-3222327D3D9F}" destId="{8204CE24-7D8C-444A-9BC0-39D8F3011BF2}" srcOrd="0" destOrd="0" presId="urn:microsoft.com/office/officeart/2005/8/layout/hierarchy6"/>
    <dgm:cxn modelId="{5F5D3064-2D87-4109-A657-0EFB2845564F}" type="presParOf" srcId="{8204CE24-7D8C-444A-9BC0-39D8F3011BF2}" destId="{9FE166C2-53DC-474A-B581-D285B297156D}" srcOrd="0" destOrd="0" presId="urn:microsoft.com/office/officeart/2005/8/layout/hierarchy6"/>
    <dgm:cxn modelId="{BE157771-DE32-4BBD-B15D-D0385B1FEE4A}" type="presParOf" srcId="{8204CE24-7D8C-444A-9BC0-39D8F3011BF2}" destId="{FAD7DEF8-C9FE-4A1C-AA2E-B8D244021B86}" srcOrd="1" destOrd="0" presId="urn:microsoft.com/office/officeart/2005/8/layout/hierarchy6"/>
    <dgm:cxn modelId="{9AC06975-A33F-4B01-9C84-5E0A7909F8DC}" type="presParOf" srcId="{FAD7DEF8-C9FE-4A1C-AA2E-B8D244021B86}" destId="{64CF35B9-5548-4182-9C6B-A589AC2D7BCD}" srcOrd="0" destOrd="0" presId="urn:microsoft.com/office/officeart/2005/8/layout/hierarchy6"/>
    <dgm:cxn modelId="{0678DBC9-63B9-475B-8814-CB0FFE07560A}" type="presParOf" srcId="{FAD7DEF8-C9FE-4A1C-AA2E-B8D244021B86}" destId="{7C2E5C8E-7044-4F87-9BA9-87A165ED6BBC}" srcOrd="1" destOrd="0" presId="urn:microsoft.com/office/officeart/2005/8/layout/hierarchy6"/>
    <dgm:cxn modelId="{FA0BE423-DB4D-491A-944E-11A642096C94}" type="presParOf" srcId="{7C2E5C8E-7044-4F87-9BA9-87A165ED6BBC}" destId="{8AD17D7C-C866-4CA2-BCEF-EBE25B422275}" srcOrd="0" destOrd="0" presId="urn:microsoft.com/office/officeart/2005/8/layout/hierarchy6"/>
    <dgm:cxn modelId="{A2B619FC-9F01-463E-8BC3-C009AC9ADA8A}" type="presParOf" srcId="{7C2E5C8E-7044-4F87-9BA9-87A165ED6BBC}" destId="{B3C07B10-97C1-4E92-8DFD-BBBDEA64F2F4}" srcOrd="1" destOrd="0" presId="urn:microsoft.com/office/officeart/2005/8/layout/hierarchy6"/>
    <dgm:cxn modelId="{D774DB28-EBD1-4B76-9FB0-F27BDF19F25C}" type="presParOf" srcId="{B3C07B10-97C1-4E92-8DFD-BBBDEA64F2F4}" destId="{D63C8333-B0D8-4C2E-A922-6999385C193B}" srcOrd="0" destOrd="0" presId="urn:microsoft.com/office/officeart/2005/8/layout/hierarchy6"/>
    <dgm:cxn modelId="{9513F44D-9495-4CC1-B3D9-760451C2F21C}" type="presParOf" srcId="{B3C07B10-97C1-4E92-8DFD-BBBDEA64F2F4}" destId="{3E2A7F4F-1598-43BD-B850-6340BAA6E3AB}" srcOrd="1" destOrd="0" presId="urn:microsoft.com/office/officeart/2005/8/layout/hierarchy6"/>
    <dgm:cxn modelId="{03A1BC76-35F5-445B-8876-C18D2E2E357D}" type="presParOf" srcId="{3E2A7F4F-1598-43BD-B850-6340BAA6E3AB}" destId="{F8361D81-0168-4CE2-A2E2-A2E9D28C1E9E}" srcOrd="0" destOrd="0" presId="urn:microsoft.com/office/officeart/2005/8/layout/hierarchy6"/>
    <dgm:cxn modelId="{FFA2130F-1F9B-4FD0-95B9-7CFCE04D1D72}" type="presParOf" srcId="{3E2A7F4F-1598-43BD-B850-6340BAA6E3AB}" destId="{9508BA6D-C77E-48E0-B25C-5B822F5937B4}" srcOrd="1" destOrd="0" presId="urn:microsoft.com/office/officeart/2005/8/layout/hierarchy6"/>
    <dgm:cxn modelId="{AA43C32C-6EC1-4324-8FEA-A4486994F67E}" type="presParOf" srcId="{B3C07B10-97C1-4E92-8DFD-BBBDEA64F2F4}" destId="{153B1B1A-7D25-4A2B-89C3-5AEC851E7862}" srcOrd="2" destOrd="0" presId="urn:microsoft.com/office/officeart/2005/8/layout/hierarchy6"/>
    <dgm:cxn modelId="{DCBE9313-E4F1-46CB-9BFA-D59962FF1778}" type="presParOf" srcId="{B3C07B10-97C1-4E92-8DFD-BBBDEA64F2F4}" destId="{C6B16F56-0D2C-4558-949B-B7BADB05D1DB}" srcOrd="3" destOrd="0" presId="urn:microsoft.com/office/officeart/2005/8/layout/hierarchy6"/>
    <dgm:cxn modelId="{CAAA7F29-497B-410E-8C89-C150B82E3675}" type="presParOf" srcId="{C6B16F56-0D2C-4558-949B-B7BADB05D1DB}" destId="{F61E12E0-966F-43B0-B513-AAC97992939E}" srcOrd="0" destOrd="0" presId="urn:microsoft.com/office/officeart/2005/8/layout/hierarchy6"/>
    <dgm:cxn modelId="{720B35C9-C781-4120-97E7-64176A249A4F}" type="presParOf" srcId="{C6B16F56-0D2C-4558-949B-B7BADB05D1DB}" destId="{02F01DA5-1D3F-4C54-8769-95FDD4752CE3}" srcOrd="1" destOrd="0" presId="urn:microsoft.com/office/officeart/2005/8/layout/hierarchy6"/>
    <dgm:cxn modelId="{863FA454-C5B5-46B4-BA8E-3F18498DF9C9}" type="presParOf" srcId="{B3C07B10-97C1-4E92-8DFD-BBBDEA64F2F4}" destId="{E7E6040A-8507-4E76-B76D-1B797D64245B}" srcOrd="4" destOrd="0" presId="urn:microsoft.com/office/officeart/2005/8/layout/hierarchy6"/>
    <dgm:cxn modelId="{15105238-696A-4EE9-8D3B-3AD7EB9E852D}" type="presParOf" srcId="{B3C07B10-97C1-4E92-8DFD-BBBDEA64F2F4}" destId="{01344EA7-905D-47EF-B7DA-515DAABE3C30}" srcOrd="5" destOrd="0" presId="urn:microsoft.com/office/officeart/2005/8/layout/hierarchy6"/>
    <dgm:cxn modelId="{F52E4A1B-B5EA-4821-A325-CDB0EF50070C}" type="presParOf" srcId="{01344EA7-905D-47EF-B7DA-515DAABE3C30}" destId="{649D6F49-76AD-4F61-AF1B-1F4119BB1259}" srcOrd="0" destOrd="0" presId="urn:microsoft.com/office/officeart/2005/8/layout/hierarchy6"/>
    <dgm:cxn modelId="{313D31DC-E691-4C58-A2AD-3B257EC9A405}" type="presParOf" srcId="{01344EA7-905D-47EF-B7DA-515DAABE3C30}" destId="{23815357-09F0-4383-8935-19CC33B05940}" srcOrd="1" destOrd="0" presId="urn:microsoft.com/office/officeart/2005/8/layout/hierarchy6"/>
    <dgm:cxn modelId="{C71A0ED4-A4F5-481D-9A44-1059DEE35FC8}" type="presParOf" srcId="{B3C07B10-97C1-4E92-8DFD-BBBDEA64F2F4}" destId="{1D390C8E-01A6-46D3-90E7-A29BF445EFA8}" srcOrd="6" destOrd="0" presId="urn:microsoft.com/office/officeart/2005/8/layout/hierarchy6"/>
    <dgm:cxn modelId="{9888E54F-3FCD-46A6-9312-E50A27BD7C00}" type="presParOf" srcId="{B3C07B10-97C1-4E92-8DFD-BBBDEA64F2F4}" destId="{DC5E40BB-897A-4D7E-91E9-52030CE6B704}" srcOrd="7" destOrd="0" presId="urn:microsoft.com/office/officeart/2005/8/layout/hierarchy6"/>
    <dgm:cxn modelId="{95E0DA18-A359-42AB-AAAB-E1AFFE93F9A2}" type="presParOf" srcId="{DC5E40BB-897A-4D7E-91E9-52030CE6B704}" destId="{2887E03B-634D-410F-8345-DE3CD685030B}" srcOrd="0" destOrd="0" presId="urn:microsoft.com/office/officeart/2005/8/layout/hierarchy6"/>
    <dgm:cxn modelId="{398ECADD-1521-4439-A531-C63DDF243296}" type="presParOf" srcId="{DC5E40BB-897A-4D7E-91E9-52030CE6B704}" destId="{0F785C90-9D4A-4E2E-AF46-80CF4E54F6E0}" srcOrd="1" destOrd="0" presId="urn:microsoft.com/office/officeart/2005/8/layout/hierarchy6"/>
    <dgm:cxn modelId="{85FB1521-F68B-4F76-9DC9-B70FC9B8CC08}" type="presParOf" srcId="{FAD7DEF8-C9FE-4A1C-AA2E-B8D244021B86}" destId="{8C542DFD-7D5C-47E9-9869-15164D4D4B04}" srcOrd="2" destOrd="0" presId="urn:microsoft.com/office/officeart/2005/8/layout/hierarchy6"/>
    <dgm:cxn modelId="{96C2AF91-9CD3-4F51-91E2-E84D01BDFB6E}" type="presParOf" srcId="{FAD7DEF8-C9FE-4A1C-AA2E-B8D244021B86}" destId="{D4BCCB86-1AFC-4165-A433-1DC852015062}" srcOrd="3" destOrd="0" presId="urn:microsoft.com/office/officeart/2005/8/layout/hierarchy6"/>
    <dgm:cxn modelId="{84431704-1199-4378-B8D6-6E9BA5A2F986}" type="presParOf" srcId="{D4BCCB86-1AFC-4165-A433-1DC852015062}" destId="{AD61AEDA-1397-41CD-93E5-316A70B32183}" srcOrd="0" destOrd="0" presId="urn:microsoft.com/office/officeart/2005/8/layout/hierarchy6"/>
    <dgm:cxn modelId="{E45F14D0-9AC4-4AEB-9CDF-B338878BBBF3}" type="presParOf" srcId="{D4BCCB86-1AFC-4165-A433-1DC852015062}" destId="{6A8B660D-2013-4D7A-A4C7-998A769659C5}" srcOrd="1" destOrd="0" presId="urn:microsoft.com/office/officeart/2005/8/layout/hierarchy6"/>
    <dgm:cxn modelId="{BC4108F2-8D28-4EE2-BF78-EF6795B54436}" type="presParOf" srcId="{6A8B660D-2013-4D7A-A4C7-998A769659C5}" destId="{C1F1E184-51AE-4596-BE2E-B166377E34C0}" srcOrd="0" destOrd="0" presId="urn:microsoft.com/office/officeart/2005/8/layout/hierarchy6"/>
    <dgm:cxn modelId="{C2223578-060B-4B5A-A6ED-960AC83E79B6}" type="presParOf" srcId="{6A8B660D-2013-4D7A-A4C7-998A769659C5}" destId="{D0EE155E-5711-48FB-A08F-01F90F7D884E}" srcOrd="1" destOrd="0" presId="urn:microsoft.com/office/officeart/2005/8/layout/hierarchy6"/>
    <dgm:cxn modelId="{7F905427-BC02-42B1-8F5A-5E3C5D75C407}" type="presParOf" srcId="{D0EE155E-5711-48FB-A08F-01F90F7D884E}" destId="{6D5B90E3-841C-45D7-980E-AAC5B8D37089}" srcOrd="0" destOrd="0" presId="urn:microsoft.com/office/officeart/2005/8/layout/hierarchy6"/>
    <dgm:cxn modelId="{E6588697-FAB7-4B0E-9B80-8D9710D469E2}" type="presParOf" srcId="{D0EE155E-5711-48FB-A08F-01F90F7D884E}" destId="{27C9C5D6-326B-4A0B-9CF6-10091406D6F7}" srcOrd="1" destOrd="0" presId="urn:microsoft.com/office/officeart/2005/8/layout/hierarchy6"/>
    <dgm:cxn modelId="{D0B8F69B-3D7D-4387-8925-236C0C97493B}" type="presParOf" srcId="{6A8B660D-2013-4D7A-A4C7-998A769659C5}" destId="{36043635-8378-4FF9-9280-50D74CAB9BE7}" srcOrd="2" destOrd="0" presId="urn:microsoft.com/office/officeart/2005/8/layout/hierarchy6"/>
    <dgm:cxn modelId="{C97E4A3C-88B3-45CF-B66B-6751F480994A}" type="presParOf" srcId="{6A8B660D-2013-4D7A-A4C7-998A769659C5}" destId="{5D843FD1-8D4A-4251-8774-8A7CF2FDC753}" srcOrd="3" destOrd="0" presId="urn:microsoft.com/office/officeart/2005/8/layout/hierarchy6"/>
    <dgm:cxn modelId="{B1CBF1E6-0593-4A77-BC10-5C11302F8A2E}" type="presParOf" srcId="{5D843FD1-8D4A-4251-8774-8A7CF2FDC753}" destId="{EDBC0F06-03CA-4C42-8E73-76FC17B26AC1}" srcOrd="0" destOrd="0" presId="urn:microsoft.com/office/officeart/2005/8/layout/hierarchy6"/>
    <dgm:cxn modelId="{F05B3806-0A84-43F6-A3C3-BA8C0E69E311}" type="presParOf" srcId="{5D843FD1-8D4A-4251-8774-8A7CF2FDC753}" destId="{6B0F5C97-73D8-4116-A3E5-4983C61118F2}" srcOrd="1" destOrd="0" presId="urn:microsoft.com/office/officeart/2005/8/layout/hierarchy6"/>
    <dgm:cxn modelId="{37E1B68A-50EE-44E5-AEE3-A13D690CEEE1}" type="presParOf" srcId="{6A8B660D-2013-4D7A-A4C7-998A769659C5}" destId="{809672A2-BDE1-49F3-81D9-198D3F9CB60F}" srcOrd="4" destOrd="0" presId="urn:microsoft.com/office/officeart/2005/8/layout/hierarchy6"/>
    <dgm:cxn modelId="{C4C41887-ABC2-44EF-A159-63986C94A63B}" type="presParOf" srcId="{6A8B660D-2013-4D7A-A4C7-998A769659C5}" destId="{503EBE3A-D6EE-4C9C-8819-0E1C3EC51C77}" srcOrd="5" destOrd="0" presId="urn:microsoft.com/office/officeart/2005/8/layout/hierarchy6"/>
    <dgm:cxn modelId="{D731926E-F849-41C5-8D3F-76B4C99A13FB}" type="presParOf" srcId="{503EBE3A-D6EE-4C9C-8819-0E1C3EC51C77}" destId="{0BF4DBFF-2E86-4298-BACF-D7D5E6A152A6}" srcOrd="0" destOrd="0" presId="urn:microsoft.com/office/officeart/2005/8/layout/hierarchy6"/>
    <dgm:cxn modelId="{A733C8A9-015F-4871-8AB2-1889085BCBE2}" type="presParOf" srcId="{503EBE3A-D6EE-4C9C-8819-0E1C3EC51C77}" destId="{E4E22BBF-0EEC-49E5-B23B-A73AD5752E0E}" srcOrd="1" destOrd="0" presId="urn:microsoft.com/office/officeart/2005/8/layout/hierarchy6"/>
    <dgm:cxn modelId="{14F9A192-E6C4-456C-83A9-0C7494457276}" type="presParOf" srcId="{6A8B660D-2013-4D7A-A4C7-998A769659C5}" destId="{9FE7364D-17CC-48AF-8980-57C876C3F75C}" srcOrd="6" destOrd="0" presId="urn:microsoft.com/office/officeart/2005/8/layout/hierarchy6"/>
    <dgm:cxn modelId="{9EA80AD5-CABF-4755-9DEC-E87D012A1B30}" type="presParOf" srcId="{6A8B660D-2013-4D7A-A4C7-998A769659C5}" destId="{427E4B3B-B1E5-4126-B47C-4D5AEDF65394}" srcOrd="7" destOrd="0" presId="urn:microsoft.com/office/officeart/2005/8/layout/hierarchy6"/>
    <dgm:cxn modelId="{9DD1FD2A-98B7-42BE-8DA4-DC9461A4BE4B}" type="presParOf" srcId="{427E4B3B-B1E5-4126-B47C-4D5AEDF65394}" destId="{3253E14F-7069-432E-95FC-65991BAB751A}" srcOrd="0" destOrd="0" presId="urn:microsoft.com/office/officeart/2005/8/layout/hierarchy6"/>
    <dgm:cxn modelId="{EBB148B1-3588-4BFA-AAF6-12CCEAE7BFF1}" type="presParOf" srcId="{427E4B3B-B1E5-4126-B47C-4D5AEDF65394}" destId="{864C87A4-4E93-44F0-A3D2-BB89036F9731}" srcOrd="1" destOrd="0" presId="urn:microsoft.com/office/officeart/2005/8/layout/hierarchy6"/>
    <dgm:cxn modelId="{9B1CCD9B-4912-4B11-AD95-FDAC172C8D8D}" type="presParOf" srcId="{FAD7DEF8-C9FE-4A1C-AA2E-B8D244021B86}" destId="{DBE5712D-1B39-4F31-8712-AF7EED8C17D5}" srcOrd="4" destOrd="0" presId="urn:microsoft.com/office/officeart/2005/8/layout/hierarchy6"/>
    <dgm:cxn modelId="{7EADC5F5-632A-46AD-B7F7-3369F5791200}" type="presParOf" srcId="{FAD7DEF8-C9FE-4A1C-AA2E-B8D244021B86}" destId="{9F76B5B5-02A1-4097-B767-98A3F92F2046}" srcOrd="5" destOrd="0" presId="urn:microsoft.com/office/officeart/2005/8/layout/hierarchy6"/>
    <dgm:cxn modelId="{86E1D97D-E6D4-4C05-8B16-F4FC3BA7BAD9}" type="presParOf" srcId="{9F76B5B5-02A1-4097-B767-98A3F92F2046}" destId="{2ADD34BB-9D2B-4AEA-987D-8D937C6CB3EF}" srcOrd="0" destOrd="0" presId="urn:microsoft.com/office/officeart/2005/8/layout/hierarchy6"/>
    <dgm:cxn modelId="{CE8C9E0C-3F16-4F9C-9151-DF7EDFB970CB}" type="presParOf" srcId="{9F76B5B5-02A1-4097-B767-98A3F92F2046}" destId="{2BCF23B8-FE13-4265-A1E7-4D540B363450}" srcOrd="1" destOrd="0" presId="urn:microsoft.com/office/officeart/2005/8/layout/hierarchy6"/>
    <dgm:cxn modelId="{53E2CE0C-84C8-4BE9-A273-2F134CA38258}" type="presParOf" srcId="{2BCF23B8-FE13-4265-A1E7-4D540B363450}" destId="{BB6A4993-0DA5-4D19-A48C-027442924269}" srcOrd="0" destOrd="0" presId="urn:microsoft.com/office/officeart/2005/8/layout/hierarchy6"/>
    <dgm:cxn modelId="{E3754AA7-6875-430B-9250-6C73AC668EB9}" type="presParOf" srcId="{2BCF23B8-FE13-4265-A1E7-4D540B363450}" destId="{BBF130E9-3A1E-4970-AF6B-E1C6100D6962}" srcOrd="1" destOrd="0" presId="urn:microsoft.com/office/officeart/2005/8/layout/hierarchy6"/>
    <dgm:cxn modelId="{A34CCBED-2AD4-48B2-A1F5-2F00B4BEF3C3}" type="presParOf" srcId="{BBF130E9-3A1E-4970-AF6B-E1C6100D6962}" destId="{8C830EA8-5316-458A-B0C1-2B4673C95F15}" srcOrd="0" destOrd="0" presId="urn:microsoft.com/office/officeart/2005/8/layout/hierarchy6"/>
    <dgm:cxn modelId="{3B3A88AA-F9DC-4410-8EDB-0E0C3DC217CB}" type="presParOf" srcId="{BBF130E9-3A1E-4970-AF6B-E1C6100D6962}" destId="{55BD8273-31FC-434C-BCCE-A82C0F24EAFF}" srcOrd="1" destOrd="0" presId="urn:microsoft.com/office/officeart/2005/8/layout/hierarchy6"/>
    <dgm:cxn modelId="{0D7A520C-7E0B-46D8-932C-1895028EA485}" type="presParOf" srcId="{2BCF23B8-FE13-4265-A1E7-4D540B363450}" destId="{2F8F6933-AB6B-4B65-9B6A-07C8D455A595}" srcOrd="2" destOrd="0" presId="urn:microsoft.com/office/officeart/2005/8/layout/hierarchy6"/>
    <dgm:cxn modelId="{5F6895B9-07C2-4403-9313-7867523D03A5}" type="presParOf" srcId="{2BCF23B8-FE13-4265-A1E7-4D540B363450}" destId="{4AE8BDD1-8D02-446B-9511-ADAC0B8FD45D}" srcOrd="3" destOrd="0" presId="urn:microsoft.com/office/officeart/2005/8/layout/hierarchy6"/>
    <dgm:cxn modelId="{2977F831-0D38-4A0B-B9F8-509541299F40}" type="presParOf" srcId="{4AE8BDD1-8D02-446B-9511-ADAC0B8FD45D}" destId="{1C52D346-5BF6-4EDD-99AA-EF036DFC3CB0}" srcOrd="0" destOrd="0" presId="urn:microsoft.com/office/officeart/2005/8/layout/hierarchy6"/>
    <dgm:cxn modelId="{D24C303A-D55A-4413-B8F8-012430EFC5C5}" type="presParOf" srcId="{4AE8BDD1-8D02-446B-9511-ADAC0B8FD45D}" destId="{C43925EE-0016-494E-8742-766D2C1F63B1}" srcOrd="1" destOrd="0" presId="urn:microsoft.com/office/officeart/2005/8/layout/hierarchy6"/>
    <dgm:cxn modelId="{2185E104-B016-4703-BFB9-62F513B8804E}" type="presParOf" srcId="{2BCF23B8-FE13-4265-A1E7-4D540B363450}" destId="{0C05C6F0-11FD-499F-A4F5-7805B0EE2FF7}" srcOrd="4" destOrd="0" presId="urn:microsoft.com/office/officeart/2005/8/layout/hierarchy6"/>
    <dgm:cxn modelId="{3322CDF6-F299-463A-91E7-7B3482F17B27}" type="presParOf" srcId="{2BCF23B8-FE13-4265-A1E7-4D540B363450}" destId="{B70B470B-E77D-443D-96C3-C01A2D3DD9E2}" srcOrd="5" destOrd="0" presId="urn:microsoft.com/office/officeart/2005/8/layout/hierarchy6"/>
    <dgm:cxn modelId="{78504958-F6C3-4183-A43A-676C02F9B974}" type="presParOf" srcId="{B70B470B-E77D-443D-96C3-C01A2D3DD9E2}" destId="{4DBC23F5-C540-4211-9F0E-2D429FBF5345}" srcOrd="0" destOrd="0" presId="urn:microsoft.com/office/officeart/2005/8/layout/hierarchy6"/>
    <dgm:cxn modelId="{DB2DCCF3-E119-4233-9C9A-FF634CA76241}" type="presParOf" srcId="{B70B470B-E77D-443D-96C3-C01A2D3DD9E2}" destId="{40C5223A-309A-4DE2-940F-283596BE8756}" srcOrd="1" destOrd="0" presId="urn:microsoft.com/office/officeart/2005/8/layout/hierarchy6"/>
    <dgm:cxn modelId="{A903A61A-5D3F-4FC7-A6B0-947F7F7DD428}" type="presParOf" srcId="{FAD7DEF8-C9FE-4A1C-AA2E-B8D244021B86}" destId="{4FE7C3B0-BC06-4D78-AAA2-56897F8E782A}" srcOrd="6" destOrd="0" presId="urn:microsoft.com/office/officeart/2005/8/layout/hierarchy6"/>
    <dgm:cxn modelId="{E557269B-A6A7-46EB-9C0F-FBAE5AE1D52C}" type="presParOf" srcId="{FAD7DEF8-C9FE-4A1C-AA2E-B8D244021B86}" destId="{581CEBE4-0BCB-44F0-AAB8-5B335056DD0D}" srcOrd="7" destOrd="0" presId="urn:microsoft.com/office/officeart/2005/8/layout/hierarchy6"/>
    <dgm:cxn modelId="{D9C8C728-04FB-4C0A-B493-C502EDFC92BB}" type="presParOf" srcId="{581CEBE4-0BCB-44F0-AAB8-5B335056DD0D}" destId="{F02BF05A-C210-4B67-9622-8AF4195B37A9}" srcOrd="0" destOrd="0" presId="urn:microsoft.com/office/officeart/2005/8/layout/hierarchy6"/>
    <dgm:cxn modelId="{30AE91A6-7399-411F-A94B-83B29EE13707}" type="presParOf" srcId="{581CEBE4-0BCB-44F0-AAB8-5B335056DD0D}" destId="{A5B65AF5-050A-42DF-97E1-97F5168DBFF7}" srcOrd="1" destOrd="0" presId="urn:microsoft.com/office/officeart/2005/8/layout/hierarchy6"/>
    <dgm:cxn modelId="{A280A563-A255-4B23-8266-09A5F1635C6A}" type="presParOf" srcId="{A5B65AF5-050A-42DF-97E1-97F5168DBFF7}" destId="{E96A9E0B-4CD8-4063-9D7C-035E2A54CC13}" srcOrd="0" destOrd="0" presId="urn:microsoft.com/office/officeart/2005/8/layout/hierarchy6"/>
    <dgm:cxn modelId="{B13D5092-B1CF-45F0-9F87-243591DC00A5}" type="presParOf" srcId="{A5B65AF5-050A-42DF-97E1-97F5168DBFF7}" destId="{48E2608C-713B-4424-9183-3077DF3E54ED}" srcOrd="1" destOrd="0" presId="urn:microsoft.com/office/officeart/2005/8/layout/hierarchy6"/>
    <dgm:cxn modelId="{678CF1E5-14B2-4823-882A-82CF672F45AC}" type="presParOf" srcId="{48E2608C-713B-4424-9183-3077DF3E54ED}" destId="{38EB3A5B-DF06-48F0-99DE-874ED9AEE681}" srcOrd="0" destOrd="0" presId="urn:microsoft.com/office/officeart/2005/8/layout/hierarchy6"/>
    <dgm:cxn modelId="{26581F62-13BF-4EE0-9031-40896B75030C}" type="presParOf" srcId="{48E2608C-713B-4424-9183-3077DF3E54ED}" destId="{ABBC24CF-2831-4BBB-AC33-BB30742043D5}" srcOrd="1" destOrd="0" presId="urn:microsoft.com/office/officeart/2005/8/layout/hierarchy6"/>
    <dgm:cxn modelId="{2BD01C5B-F469-425D-A8D3-F1DDEF258360}" type="presParOf" srcId="{A5B65AF5-050A-42DF-97E1-97F5168DBFF7}" destId="{0F74EDF3-A2EB-4995-A610-B88F0DE1F6E2}" srcOrd="2" destOrd="0" presId="urn:microsoft.com/office/officeart/2005/8/layout/hierarchy6"/>
    <dgm:cxn modelId="{29CDE5A7-2923-40DF-9901-F3DD71B7FACA}" type="presParOf" srcId="{A5B65AF5-050A-42DF-97E1-97F5168DBFF7}" destId="{147FB5E9-21D0-4F03-B34F-B1C6888E5B90}" srcOrd="3" destOrd="0" presId="urn:microsoft.com/office/officeart/2005/8/layout/hierarchy6"/>
    <dgm:cxn modelId="{9DFA0892-6124-41A4-8166-672F264C8BD4}" type="presParOf" srcId="{147FB5E9-21D0-4F03-B34F-B1C6888E5B90}" destId="{46523698-50D9-46F4-996E-11752880D8CD}" srcOrd="0" destOrd="0" presId="urn:microsoft.com/office/officeart/2005/8/layout/hierarchy6"/>
    <dgm:cxn modelId="{5196EAC2-E07B-4C39-80EF-59701DADAF1F}" type="presParOf" srcId="{147FB5E9-21D0-4F03-B34F-B1C6888E5B90}" destId="{E4D2F473-991C-49FB-9065-194344C639DB}" srcOrd="1" destOrd="0" presId="urn:microsoft.com/office/officeart/2005/8/layout/hierarchy6"/>
    <dgm:cxn modelId="{1208B4F1-81BB-4CAC-82D6-2AC8669E12BE}" type="presParOf" srcId="{A5B65AF5-050A-42DF-97E1-97F5168DBFF7}" destId="{EC769DF2-B40A-4751-9EDA-DFA7558F06C6}" srcOrd="4" destOrd="0" presId="urn:microsoft.com/office/officeart/2005/8/layout/hierarchy6"/>
    <dgm:cxn modelId="{ECC1ED0D-021B-4E71-8D85-78CE6C56F59D}" type="presParOf" srcId="{A5B65AF5-050A-42DF-97E1-97F5168DBFF7}" destId="{47EA7EFF-3B4D-4B41-BAAF-27BFCC2C5C75}" srcOrd="5" destOrd="0" presId="urn:microsoft.com/office/officeart/2005/8/layout/hierarchy6"/>
    <dgm:cxn modelId="{ECEDB2DB-1C7A-4090-ADA8-2AA3EA9C3472}" type="presParOf" srcId="{47EA7EFF-3B4D-4B41-BAAF-27BFCC2C5C75}" destId="{07428B79-9D38-4A1A-A172-86321E60D0AE}" srcOrd="0" destOrd="0" presId="urn:microsoft.com/office/officeart/2005/8/layout/hierarchy6"/>
    <dgm:cxn modelId="{4CC49735-0EBB-4354-A11C-2001F17572CE}" type="presParOf" srcId="{47EA7EFF-3B4D-4B41-BAAF-27BFCC2C5C75}" destId="{F3490E54-2136-45F1-8093-4DDE89565B25}" srcOrd="1" destOrd="0" presId="urn:microsoft.com/office/officeart/2005/8/layout/hierarchy6"/>
    <dgm:cxn modelId="{6BCF033B-6550-41F8-9FD8-A6DF29C3C682}" type="presParOf" srcId="{C3746763-EC3C-47F7-B991-AE2501862DD7}" destId="{65FE940C-00FC-4410-913A-B20F79CC51BE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E166C2-53DC-474A-B581-D285B297156D}">
      <dsp:nvSpPr>
        <dsp:cNvPr id="0" name=""/>
        <dsp:cNvSpPr/>
      </dsp:nvSpPr>
      <dsp:spPr>
        <a:xfrm>
          <a:off x="8068740" y="203361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Value Orchestration Canvas</a:t>
          </a:r>
        </a:p>
      </dsp:txBody>
      <dsp:txXfrm>
        <a:off x="8086688" y="2051563"/>
        <a:ext cx="883303" cy="576903"/>
      </dsp:txXfrm>
    </dsp:sp>
    <dsp:sp modelId="{64CF35B9-5548-4182-9C6B-A589AC2D7BCD}">
      <dsp:nvSpPr>
        <dsp:cNvPr id="0" name=""/>
        <dsp:cNvSpPr/>
      </dsp:nvSpPr>
      <dsp:spPr>
        <a:xfrm>
          <a:off x="2254801" y="2646415"/>
          <a:ext cx="6273538" cy="245119"/>
        </a:xfrm>
        <a:custGeom>
          <a:avLst/>
          <a:gdLst/>
          <a:ahLst/>
          <a:cxnLst/>
          <a:rect l="0" t="0" r="0" b="0"/>
          <a:pathLst>
            <a:path>
              <a:moveTo>
                <a:pt x="6273538" y="0"/>
              </a:moveTo>
              <a:lnTo>
                <a:pt x="6273538" y="122559"/>
              </a:lnTo>
              <a:lnTo>
                <a:pt x="0" y="122559"/>
              </a:lnTo>
              <a:lnTo>
                <a:pt x="0" y="24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D17D7C-C866-4CA2-BCEF-EBE25B422275}">
      <dsp:nvSpPr>
        <dsp:cNvPr id="0" name=""/>
        <dsp:cNvSpPr/>
      </dsp:nvSpPr>
      <dsp:spPr>
        <a:xfrm>
          <a:off x="1795202" y="289153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Economics</a:t>
          </a:r>
        </a:p>
      </dsp:txBody>
      <dsp:txXfrm>
        <a:off x="1813150" y="2909483"/>
        <a:ext cx="883303" cy="576903"/>
      </dsp:txXfrm>
    </dsp:sp>
    <dsp:sp modelId="{D63C8333-B0D8-4C2E-A922-6999385C193B}">
      <dsp:nvSpPr>
        <dsp:cNvPr id="0" name=""/>
        <dsp:cNvSpPr/>
      </dsp:nvSpPr>
      <dsp:spPr>
        <a:xfrm>
          <a:off x="462362" y="3504335"/>
          <a:ext cx="1792439" cy="245119"/>
        </a:xfrm>
        <a:custGeom>
          <a:avLst/>
          <a:gdLst/>
          <a:ahLst/>
          <a:cxnLst/>
          <a:rect l="0" t="0" r="0" b="0"/>
          <a:pathLst>
            <a:path>
              <a:moveTo>
                <a:pt x="1792439" y="0"/>
              </a:moveTo>
              <a:lnTo>
                <a:pt x="1792439" y="122559"/>
              </a:lnTo>
              <a:lnTo>
                <a:pt x="0" y="122559"/>
              </a:lnTo>
              <a:lnTo>
                <a:pt x="0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361D81-0168-4CE2-A2E2-A2E9D28C1E9E}">
      <dsp:nvSpPr>
        <dsp:cNvPr id="0" name=""/>
        <dsp:cNvSpPr/>
      </dsp:nvSpPr>
      <dsp:spPr>
        <a:xfrm>
          <a:off x="2762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Financials</a:t>
          </a:r>
        </a:p>
      </dsp:txBody>
      <dsp:txXfrm>
        <a:off x="20710" y="3767403"/>
        <a:ext cx="883303" cy="576903"/>
      </dsp:txXfrm>
    </dsp:sp>
    <dsp:sp modelId="{153B1B1A-7D25-4A2B-89C3-5AEC851E7862}">
      <dsp:nvSpPr>
        <dsp:cNvPr id="0" name=""/>
        <dsp:cNvSpPr/>
      </dsp:nvSpPr>
      <dsp:spPr>
        <a:xfrm>
          <a:off x="1657322" y="3504335"/>
          <a:ext cx="597479" cy="245119"/>
        </a:xfrm>
        <a:custGeom>
          <a:avLst/>
          <a:gdLst/>
          <a:ahLst/>
          <a:cxnLst/>
          <a:rect l="0" t="0" r="0" b="0"/>
          <a:pathLst>
            <a:path>
              <a:moveTo>
                <a:pt x="597479" y="0"/>
              </a:moveTo>
              <a:lnTo>
                <a:pt x="597479" y="122559"/>
              </a:lnTo>
              <a:lnTo>
                <a:pt x="0" y="122559"/>
              </a:lnTo>
              <a:lnTo>
                <a:pt x="0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1E12E0-966F-43B0-B513-AAC97992939E}">
      <dsp:nvSpPr>
        <dsp:cNvPr id="0" name=""/>
        <dsp:cNvSpPr/>
      </dsp:nvSpPr>
      <dsp:spPr>
        <a:xfrm>
          <a:off x="1197722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Business Model</a:t>
          </a:r>
        </a:p>
      </dsp:txBody>
      <dsp:txXfrm>
        <a:off x="1215670" y="3767403"/>
        <a:ext cx="883303" cy="576903"/>
      </dsp:txXfrm>
    </dsp:sp>
    <dsp:sp modelId="{E7E6040A-8507-4E76-B76D-1B797D64245B}">
      <dsp:nvSpPr>
        <dsp:cNvPr id="0" name=""/>
        <dsp:cNvSpPr/>
      </dsp:nvSpPr>
      <dsp:spPr>
        <a:xfrm>
          <a:off x="2254801" y="3504335"/>
          <a:ext cx="597479" cy="24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59"/>
              </a:lnTo>
              <a:lnTo>
                <a:pt x="597479" y="122559"/>
              </a:lnTo>
              <a:lnTo>
                <a:pt x="597479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9D6F49-76AD-4F61-AF1B-1F4119BB1259}">
      <dsp:nvSpPr>
        <dsp:cNvPr id="0" name=""/>
        <dsp:cNvSpPr/>
      </dsp:nvSpPr>
      <dsp:spPr>
        <a:xfrm>
          <a:off x="2392681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External Environment</a:t>
          </a:r>
        </a:p>
      </dsp:txBody>
      <dsp:txXfrm>
        <a:off x="2410629" y="3767403"/>
        <a:ext cx="883303" cy="576903"/>
      </dsp:txXfrm>
    </dsp:sp>
    <dsp:sp modelId="{1D390C8E-01A6-46D3-90E7-A29BF445EFA8}">
      <dsp:nvSpPr>
        <dsp:cNvPr id="0" name=""/>
        <dsp:cNvSpPr/>
      </dsp:nvSpPr>
      <dsp:spPr>
        <a:xfrm>
          <a:off x="2254801" y="3504335"/>
          <a:ext cx="1792439" cy="24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59"/>
              </a:lnTo>
              <a:lnTo>
                <a:pt x="1792439" y="122559"/>
              </a:lnTo>
              <a:lnTo>
                <a:pt x="1792439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87E03B-634D-410F-8345-DE3CD685030B}">
      <dsp:nvSpPr>
        <dsp:cNvPr id="0" name=""/>
        <dsp:cNvSpPr/>
      </dsp:nvSpPr>
      <dsp:spPr>
        <a:xfrm>
          <a:off x="3587641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Governance</a:t>
          </a:r>
        </a:p>
      </dsp:txBody>
      <dsp:txXfrm>
        <a:off x="3605589" y="3767403"/>
        <a:ext cx="883303" cy="576903"/>
      </dsp:txXfrm>
    </dsp:sp>
    <dsp:sp modelId="{8C542DFD-7D5C-47E9-9869-15164D4D4B04}">
      <dsp:nvSpPr>
        <dsp:cNvPr id="0" name=""/>
        <dsp:cNvSpPr/>
      </dsp:nvSpPr>
      <dsp:spPr>
        <a:xfrm>
          <a:off x="7034640" y="2646415"/>
          <a:ext cx="1493699" cy="245119"/>
        </a:xfrm>
        <a:custGeom>
          <a:avLst/>
          <a:gdLst/>
          <a:ahLst/>
          <a:cxnLst/>
          <a:rect l="0" t="0" r="0" b="0"/>
          <a:pathLst>
            <a:path>
              <a:moveTo>
                <a:pt x="1493699" y="0"/>
              </a:moveTo>
              <a:lnTo>
                <a:pt x="1493699" y="122559"/>
              </a:lnTo>
              <a:lnTo>
                <a:pt x="0" y="122559"/>
              </a:lnTo>
              <a:lnTo>
                <a:pt x="0" y="24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61AEDA-1397-41CD-93E5-316A70B32183}">
      <dsp:nvSpPr>
        <dsp:cNvPr id="0" name=""/>
        <dsp:cNvSpPr/>
      </dsp:nvSpPr>
      <dsp:spPr>
        <a:xfrm>
          <a:off x="6575040" y="289153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Enablers</a:t>
          </a:r>
        </a:p>
      </dsp:txBody>
      <dsp:txXfrm>
        <a:off x="6592988" y="2909483"/>
        <a:ext cx="883303" cy="576903"/>
      </dsp:txXfrm>
    </dsp:sp>
    <dsp:sp modelId="{C1F1E184-51AE-4596-BE2E-B166377E34C0}">
      <dsp:nvSpPr>
        <dsp:cNvPr id="0" name=""/>
        <dsp:cNvSpPr/>
      </dsp:nvSpPr>
      <dsp:spPr>
        <a:xfrm>
          <a:off x="5242200" y="3504335"/>
          <a:ext cx="1792439" cy="245119"/>
        </a:xfrm>
        <a:custGeom>
          <a:avLst/>
          <a:gdLst/>
          <a:ahLst/>
          <a:cxnLst/>
          <a:rect l="0" t="0" r="0" b="0"/>
          <a:pathLst>
            <a:path>
              <a:moveTo>
                <a:pt x="1792439" y="0"/>
              </a:moveTo>
              <a:lnTo>
                <a:pt x="1792439" y="122559"/>
              </a:lnTo>
              <a:lnTo>
                <a:pt x="0" y="122559"/>
              </a:lnTo>
              <a:lnTo>
                <a:pt x="0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5B90E3-841C-45D7-980E-AAC5B8D37089}">
      <dsp:nvSpPr>
        <dsp:cNvPr id="0" name=""/>
        <dsp:cNvSpPr/>
      </dsp:nvSpPr>
      <dsp:spPr>
        <a:xfrm>
          <a:off x="4782601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Culture</a:t>
          </a:r>
        </a:p>
      </dsp:txBody>
      <dsp:txXfrm>
        <a:off x="4800549" y="3767403"/>
        <a:ext cx="883303" cy="576903"/>
      </dsp:txXfrm>
    </dsp:sp>
    <dsp:sp modelId="{36043635-8378-4FF9-9280-50D74CAB9BE7}">
      <dsp:nvSpPr>
        <dsp:cNvPr id="0" name=""/>
        <dsp:cNvSpPr/>
      </dsp:nvSpPr>
      <dsp:spPr>
        <a:xfrm>
          <a:off x="6437160" y="3504335"/>
          <a:ext cx="597479" cy="245119"/>
        </a:xfrm>
        <a:custGeom>
          <a:avLst/>
          <a:gdLst/>
          <a:ahLst/>
          <a:cxnLst/>
          <a:rect l="0" t="0" r="0" b="0"/>
          <a:pathLst>
            <a:path>
              <a:moveTo>
                <a:pt x="597479" y="0"/>
              </a:moveTo>
              <a:lnTo>
                <a:pt x="597479" y="122559"/>
              </a:lnTo>
              <a:lnTo>
                <a:pt x="0" y="122559"/>
              </a:lnTo>
              <a:lnTo>
                <a:pt x="0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BC0F06-03CA-4C42-8E73-76FC17B26AC1}">
      <dsp:nvSpPr>
        <dsp:cNvPr id="0" name=""/>
        <dsp:cNvSpPr/>
      </dsp:nvSpPr>
      <dsp:spPr>
        <a:xfrm>
          <a:off x="5977560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People</a:t>
          </a:r>
        </a:p>
      </dsp:txBody>
      <dsp:txXfrm>
        <a:off x="5995508" y="3767403"/>
        <a:ext cx="883303" cy="576903"/>
      </dsp:txXfrm>
    </dsp:sp>
    <dsp:sp modelId="{809672A2-BDE1-49F3-81D9-198D3F9CB60F}">
      <dsp:nvSpPr>
        <dsp:cNvPr id="0" name=""/>
        <dsp:cNvSpPr/>
      </dsp:nvSpPr>
      <dsp:spPr>
        <a:xfrm>
          <a:off x="7034640" y="3504335"/>
          <a:ext cx="597479" cy="24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59"/>
              </a:lnTo>
              <a:lnTo>
                <a:pt x="597479" y="122559"/>
              </a:lnTo>
              <a:lnTo>
                <a:pt x="597479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F4DBFF-2E86-4298-BACF-D7D5E6A152A6}">
      <dsp:nvSpPr>
        <dsp:cNvPr id="0" name=""/>
        <dsp:cNvSpPr/>
      </dsp:nvSpPr>
      <dsp:spPr>
        <a:xfrm>
          <a:off x="7172520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Technology</a:t>
          </a:r>
        </a:p>
      </dsp:txBody>
      <dsp:txXfrm>
        <a:off x="7190468" y="3767403"/>
        <a:ext cx="883303" cy="576903"/>
      </dsp:txXfrm>
    </dsp:sp>
    <dsp:sp modelId="{9FE7364D-17CC-48AF-8980-57C876C3F75C}">
      <dsp:nvSpPr>
        <dsp:cNvPr id="0" name=""/>
        <dsp:cNvSpPr/>
      </dsp:nvSpPr>
      <dsp:spPr>
        <a:xfrm>
          <a:off x="7034640" y="3504335"/>
          <a:ext cx="1792439" cy="24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59"/>
              </a:lnTo>
              <a:lnTo>
                <a:pt x="1792439" y="122559"/>
              </a:lnTo>
              <a:lnTo>
                <a:pt x="1792439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253E14F-7069-432E-95FC-65991BAB751A}">
      <dsp:nvSpPr>
        <dsp:cNvPr id="0" name=""/>
        <dsp:cNvSpPr/>
      </dsp:nvSpPr>
      <dsp:spPr>
        <a:xfrm>
          <a:off x="8367479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Third Parties</a:t>
          </a:r>
        </a:p>
      </dsp:txBody>
      <dsp:txXfrm>
        <a:off x="8385427" y="3767403"/>
        <a:ext cx="883303" cy="576903"/>
      </dsp:txXfrm>
    </dsp:sp>
    <dsp:sp modelId="{DBE5712D-1B39-4F31-8712-AF7EED8C17D5}">
      <dsp:nvSpPr>
        <dsp:cNvPr id="0" name=""/>
        <dsp:cNvSpPr/>
      </dsp:nvSpPr>
      <dsp:spPr>
        <a:xfrm>
          <a:off x="8528339" y="2646415"/>
          <a:ext cx="2688659" cy="24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59"/>
              </a:lnTo>
              <a:lnTo>
                <a:pt x="2688659" y="122559"/>
              </a:lnTo>
              <a:lnTo>
                <a:pt x="2688659" y="24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DD34BB-9D2B-4AEA-987D-8D937C6CB3EF}">
      <dsp:nvSpPr>
        <dsp:cNvPr id="0" name=""/>
        <dsp:cNvSpPr/>
      </dsp:nvSpPr>
      <dsp:spPr>
        <a:xfrm>
          <a:off x="10757399" y="289153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Execution</a:t>
          </a:r>
        </a:p>
      </dsp:txBody>
      <dsp:txXfrm>
        <a:off x="10775347" y="2909483"/>
        <a:ext cx="883303" cy="576903"/>
      </dsp:txXfrm>
    </dsp:sp>
    <dsp:sp modelId="{BB6A4993-0DA5-4D19-A48C-027442924269}">
      <dsp:nvSpPr>
        <dsp:cNvPr id="0" name=""/>
        <dsp:cNvSpPr/>
      </dsp:nvSpPr>
      <dsp:spPr>
        <a:xfrm>
          <a:off x="10022039" y="3504335"/>
          <a:ext cx="1194959" cy="245119"/>
        </a:xfrm>
        <a:custGeom>
          <a:avLst/>
          <a:gdLst/>
          <a:ahLst/>
          <a:cxnLst/>
          <a:rect l="0" t="0" r="0" b="0"/>
          <a:pathLst>
            <a:path>
              <a:moveTo>
                <a:pt x="1194959" y="0"/>
              </a:moveTo>
              <a:lnTo>
                <a:pt x="1194959" y="122559"/>
              </a:lnTo>
              <a:lnTo>
                <a:pt x="0" y="122559"/>
              </a:lnTo>
              <a:lnTo>
                <a:pt x="0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830EA8-5316-458A-B0C1-2B4673C95F15}">
      <dsp:nvSpPr>
        <dsp:cNvPr id="0" name=""/>
        <dsp:cNvSpPr/>
      </dsp:nvSpPr>
      <dsp:spPr>
        <a:xfrm>
          <a:off x="9562439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Processes</a:t>
          </a:r>
        </a:p>
      </dsp:txBody>
      <dsp:txXfrm>
        <a:off x="9580387" y="3767403"/>
        <a:ext cx="883303" cy="576903"/>
      </dsp:txXfrm>
    </dsp:sp>
    <dsp:sp modelId="{2F8F6933-AB6B-4B65-9B6A-07C8D455A595}">
      <dsp:nvSpPr>
        <dsp:cNvPr id="0" name=""/>
        <dsp:cNvSpPr/>
      </dsp:nvSpPr>
      <dsp:spPr>
        <a:xfrm>
          <a:off x="11171279" y="3504335"/>
          <a:ext cx="91440" cy="2451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52D346-5BF6-4EDD-99AA-EF036DFC3CB0}">
      <dsp:nvSpPr>
        <dsp:cNvPr id="0" name=""/>
        <dsp:cNvSpPr/>
      </dsp:nvSpPr>
      <dsp:spPr>
        <a:xfrm>
          <a:off x="10757399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Change</a:t>
          </a:r>
        </a:p>
      </dsp:txBody>
      <dsp:txXfrm>
        <a:off x="10775347" y="3767403"/>
        <a:ext cx="883303" cy="576903"/>
      </dsp:txXfrm>
    </dsp:sp>
    <dsp:sp modelId="{0C05C6F0-11FD-499F-A4F5-7805B0EE2FF7}">
      <dsp:nvSpPr>
        <dsp:cNvPr id="0" name=""/>
        <dsp:cNvSpPr/>
      </dsp:nvSpPr>
      <dsp:spPr>
        <a:xfrm>
          <a:off x="11216999" y="3504335"/>
          <a:ext cx="1194959" cy="24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59"/>
              </a:lnTo>
              <a:lnTo>
                <a:pt x="1194959" y="122559"/>
              </a:lnTo>
              <a:lnTo>
                <a:pt x="1194959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BC23F5-C540-4211-9F0E-2D429FBF5345}">
      <dsp:nvSpPr>
        <dsp:cNvPr id="0" name=""/>
        <dsp:cNvSpPr/>
      </dsp:nvSpPr>
      <dsp:spPr>
        <a:xfrm>
          <a:off x="11952358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Innovation</a:t>
          </a:r>
        </a:p>
      </dsp:txBody>
      <dsp:txXfrm>
        <a:off x="11970306" y="3767403"/>
        <a:ext cx="883303" cy="576903"/>
      </dsp:txXfrm>
    </dsp:sp>
    <dsp:sp modelId="{4FE7C3B0-BC06-4D78-AAA2-56897F8E782A}">
      <dsp:nvSpPr>
        <dsp:cNvPr id="0" name=""/>
        <dsp:cNvSpPr/>
      </dsp:nvSpPr>
      <dsp:spPr>
        <a:xfrm>
          <a:off x="8528339" y="2646415"/>
          <a:ext cx="6273538" cy="24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59"/>
              </a:lnTo>
              <a:lnTo>
                <a:pt x="6273538" y="122559"/>
              </a:lnTo>
              <a:lnTo>
                <a:pt x="6273538" y="24511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2BF05A-C210-4B67-9622-8AF4195B37A9}">
      <dsp:nvSpPr>
        <dsp:cNvPr id="0" name=""/>
        <dsp:cNvSpPr/>
      </dsp:nvSpPr>
      <dsp:spPr>
        <a:xfrm>
          <a:off x="14342278" y="289153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Value</a:t>
          </a:r>
        </a:p>
      </dsp:txBody>
      <dsp:txXfrm>
        <a:off x="14360226" y="2909483"/>
        <a:ext cx="883303" cy="576903"/>
      </dsp:txXfrm>
    </dsp:sp>
    <dsp:sp modelId="{E96A9E0B-4CD8-4063-9D7C-035E2A54CC13}">
      <dsp:nvSpPr>
        <dsp:cNvPr id="0" name=""/>
        <dsp:cNvSpPr/>
      </dsp:nvSpPr>
      <dsp:spPr>
        <a:xfrm>
          <a:off x="13606918" y="3504335"/>
          <a:ext cx="1194959" cy="245119"/>
        </a:xfrm>
        <a:custGeom>
          <a:avLst/>
          <a:gdLst/>
          <a:ahLst/>
          <a:cxnLst/>
          <a:rect l="0" t="0" r="0" b="0"/>
          <a:pathLst>
            <a:path>
              <a:moveTo>
                <a:pt x="1194959" y="0"/>
              </a:moveTo>
              <a:lnTo>
                <a:pt x="1194959" y="122559"/>
              </a:lnTo>
              <a:lnTo>
                <a:pt x="0" y="122559"/>
              </a:lnTo>
              <a:lnTo>
                <a:pt x="0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EB3A5B-DF06-48F0-99DE-874ED9AEE681}">
      <dsp:nvSpPr>
        <dsp:cNvPr id="0" name=""/>
        <dsp:cNvSpPr/>
      </dsp:nvSpPr>
      <dsp:spPr>
        <a:xfrm>
          <a:off x="13147318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Annual Results</a:t>
          </a:r>
        </a:p>
      </dsp:txBody>
      <dsp:txXfrm>
        <a:off x="13165266" y="3767403"/>
        <a:ext cx="883303" cy="576903"/>
      </dsp:txXfrm>
    </dsp:sp>
    <dsp:sp modelId="{0F74EDF3-A2EB-4995-A610-B88F0DE1F6E2}">
      <dsp:nvSpPr>
        <dsp:cNvPr id="0" name=""/>
        <dsp:cNvSpPr/>
      </dsp:nvSpPr>
      <dsp:spPr>
        <a:xfrm>
          <a:off x="14756157" y="3504335"/>
          <a:ext cx="91440" cy="2451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523698-50D9-46F4-996E-11752880D8CD}">
      <dsp:nvSpPr>
        <dsp:cNvPr id="0" name=""/>
        <dsp:cNvSpPr/>
      </dsp:nvSpPr>
      <dsp:spPr>
        <a:xfrm>
          <a:off x="14342278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Strategic Results</a:t>
          </a:r>
        </a:p>
      </dsp:txBody>
      <dsp:txXfrm>
        <a:off x="14360226" y="3767403"/>
        <a:ext cx="883303" cy="576903"/>
      </dsp:txXfrm>
    </dsp:sp>
    <dsp:sp modelId="{EC769DF2-B40A-4751-9EDA-DFA7558F06C6}">
      <dsp:nvSpPr>
        <dsp:cNvPr id="0" name=""/>
        <dsp:cNvSpPr/>
      </dsp:nvSpPr>
      <dsp:spPr>
        <a:xfrm>
          <a:off x="14801877" y="3504335"/>
          <a:ext cx="1194959" cy="2451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559"/>
              </a:lnTo>
              <a:lnTo>
                <a:pt x="1194959" y="122559"/>
              </a:lnTo>
              <a:lnTo>
                <a:pt x="1194959" y="245119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428B79-9D38-4A1A-A172-86321E60D0AE}">
      <dsp:nvSpPr>
        <dsp:cNvPr id="0" name=""/>
        <dsp:cNvSpPr/>
      </dsp:nvSpPr>
      <dsp:spPr>
        <a:xfrm>
          <a:off x="15537237" y="3749455"/>
          <a:ext cx="919199" cy="612799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00" tIns="36000" rIns="36000" bIns="3600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b="1" kern="1200" dirty="0"/>
            <a:t>Reputation</a:t>
          </a:r>
        </a:p>
      </dsp:txBody>
      <dsp:txXfrm>
        <a:off x="15555185" y="3767403"/>
        <a:ext cx="883303" cy="5769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052453-08BB-E115-CEA9-71FA68A818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4C54E-3E62-B507-90D4-DD8722BFA3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6387C-82AD-4631-8FAC-8212AC7C247D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FB505-DB40-5000-A406-35D58A82BC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F0E2F-6621-F5D9-CAC9-C34E2B7DEF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0E4ED8-C022-4F28-A294-E166556E20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96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43C7DB-1495-44A6-A825-5B03B1E32959}" type="datetimeFigureOut">
              <a:rPr lang="en-GB" smtClean="0"/>
              <a:t>26/10/2025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6674A-356D-4277-805C-DD8703C913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01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53F5-A0DB-9435-A91C-58F4BFCA3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86226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0" userDrawn="1">
          <p15:clr>
            <a:srgbClr val="FBAE40"/>
          </p15:clr>
        </p15:guide>
        <p15:guide id="2" pos="552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opdow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2135C1C-6566-4EC9-AABD-175B4A28EE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576050" y="0"/>
            <a:ext cx="5980113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09D252-3CF8-09EE-CB82-7BB188628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lang="en-MY" sz="6600" cap="all" baseline="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21346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E2135C1C-6566-4EC9-AABD-175B4A28EE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576050" y="0"/>
            <a:ext cx="5980113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323DBE-D566-202A-24CC-59CE795A90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0461054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298749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2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C24700D-9102-5D25-78EE-763C8D91FB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9275" y="2674938"/>
            <a:ext cx="16459200" cy="5921375"/>
          </a:xfrm>
          <a:prstGeom prst="rect">
            <a:avLst/>
          </a:prstGeom>
        </p:spPr>
        <p:txBody>
          <a:bodyPr lIns="0" tIns="0" rIns="0" bIns="144000" numCol="2" spcCol="288000"/>
          <a:lstStyle>
            <a:lvl1pPr marL="0" indent="0">
              <a:lnSpc>
                <a:spcPct val="120000"/>
              </a:lnSpc>
              <a:buFontTx/>
              <a:buNone/>
              <a:defRPr sz="1800"/>
            </a:lvl1pPr>
            <a:lvl2pPr marL="658368" indent="0">
              <a:lnSpc>
                <a:spcPct val="120000"/>
              </a:lnSpc>
              <a:buFontTx/>
              <a:buNone/>
              <a:defRPr sz="1800"/>
            </a:lvl2pPr>
            <a:lvl3pPr marL="1316736" indent="0">
              <a:lnSpc>
                <a:spcPct val="120000"/>
              </a:lnSpc>
              <a:buFontTx/>
              <a:buNone/>
              <a:defRPr sz="1800"/>
            </a:lvl3pPr>
            <a:lvl4pPr marL="1975104" indent="0">
              <a:lnSpc>
                <a:spcPct val="120000"/>
              </a:lnSpc>
              <a:buFontTx/>
              <a:buNone/>
              <a:defRPr sz="1800"/>
            </a:lvl4pPr>
            <a:lvl5pPr marL="2633472" indent="0">
              <a:lnSpc>
                <a:spcPct val="120000"/>
              </a:lnSpc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C577568-9236-6696-0BDF-85EED451A2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670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en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A1443DD0-60FD-4A4F-B547-D660B5723E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9275" y="3695711"/>
            <a:ext cx="3871119" cy="214884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682F60E9-8E3A-4CCE-8FBA-7AE3D98687E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48217" y="6151736"/>
            <a:ext cx="3871119" cy="214884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742471CF-67A2-807C-C168-401EB4F3558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724400" y="3706030"/>
            <a:ext cx="3871119" cy="214884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61204FCA-BD9F-A846-ADF3-11ADF93D29D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723342" y="6162055"/>
            <a:ext cx="3871119" cy="214884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6B3F72B-91EC-D4F1-49F7-E62D79D6D53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31539" y="3695711"/>
            <a:ext cx="3871119" cy="214884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C8C1C71-B62A-2F58-2877-51DFC602A2B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30481" y="6151736"/>
            <a:ext cx="3871119" cy="214884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7572F12-480A-80AB-ED6F-01AE95DFF46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3106664" y="3706030"/>
            <a:ext cx="3871119" cy="214884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8CE827F7-90FC-200D-6DCC-4EB06E5473B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3105606" y="6162055"/>
            <a:ext cx="3871119" cy="214884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B53347F-9E61-00E1-5C32-ECB81E117C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99631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A1443DD0-60FD-4A4F-B547-D660B5723E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8482" y="1926273"/>
            <a:ext cx="2515394" cy="25153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your image here</a:t>
            </a:r>
          </a:p>
        </p:txBody>
      </p:sp>
    </p:spTree>
    <p:extLst>
      <p:ext uri="{BB962C8B-B14F-4D97-AF65-F5344CB8AC3E}">
        <p14:creationId xmlns:p14="http://schemas.microsoft.com/office/powerpoint/2010/main" val="3574948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0957C5-3DC9-45DC-BD0E-F8DA8C6F3BA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49275" y="3401886"/>
            <a:ext cx="5310188" cy="6473952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75A77-CEA9-7E69-02AB-8D392D260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625385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9274" y="2693724"/>
            <a:ext cx="9475788" cy="288778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BECED9A5-22AC-4828-AE13-7A42F00968E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11875" y="5953793"/>
            <a:ext cx="9501188" cy="288778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65828A-F56E-8980-901B-63E410EB2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45363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1553" y="2713039"/>
            <a:ext cx="5277909" cy="222488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BB46BB0A-352E-AA69-7F8C-1A86124E35D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152091" y="2713039"/>
            <a:ext cx="5277909" cy="222488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895BDFF-B3BF-0017-54FC-6A279A93E90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730566" y="2713039"/>
            <a:ext cx="5277909" cy="222488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6ADB2B0-96F2-6D96-8915-63FB20D9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671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D3A526CC-B4B3-0D1D-2F67-0537D32C553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55889" y="2702190"/>
            <a:ext cx="3879586" cy="374411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3E02D37-4FE5-47AE-B42C-2F10FC944A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51249" y="2702190"/>
            <a:ext cx="3879586" cy="374411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CB2A2A5-8B68-004C-024B-4E934D5F6D7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946609" y="2702190"/>
            <a:ext cx="3879586" cy="374411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C6130242-9C49-81CE-B213-77D95C0A413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141968" y="2702190"/>
            <a:ext cx="3858306" cy="374411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B17FB26-998D-FEFF-9893-E75E3247E4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09950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rvic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383217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674541E-DEBE-9A7E-18D0-B7A366AE86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383217" y="0"/>
            <a:ext cx="4395658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15663D7-68C9-91ED-8C98-9FFDC6C997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78875" y="10319"/>
            <a:ext cx="4388246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5541D1A-F40E-53DA-E339-8E9754FE016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167121" y="10319"/>
            <a:ext cx="4395657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</p:spTree>
    <p:extLst>
      <p:ext uri="{BB962C8B-B14F-4D97-AF65-F5344CB8AC3E}">
        <p14:creationId xmlns:p14="http://schemas.microsoft.com/office/powerpoint/2010/main" val="391968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9275" y="2710800"/>
            <a:ext cx="2520000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0DAE7BB1-6AA7-3093-B164-C744455158D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39306" y="2710657"/>
            <a:ext cx="2520000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5F50F164-0F12-EFB5-8A6C-DA002F3220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29337" y="2712509"/>
            <a:ext cx="2520000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F2A220-4745-FB1A-F489-0CB28711C73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919368" y="2710657"/>
            <a:ext cx="2520000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EB25A55E-B81C-7179-3948-AFD9A26A9DF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1709399" y="2710657"/>
            <a:ext cx="2520000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0F741516-8A71-A6B0-D13B-7C2ADAD36F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4499430" y="2710657"/>
            <a:ext cx="2520000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6D39D7-32CE-55F6-17E9-BAA8881F28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1134909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49274" y="2710800"/>
            <a:ext cx="2786063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CAF70F30-AED4-1327-0EF8-6E1F2A43734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72908" y="2710800"/>
            <a:ext cx="2786063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4C65332-D1A7-F004-D6AD-A84D642F46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96542" y="2710800"/>
            <a:ext cx="2786063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1DC71CDD-E7A1-AB14-6775-07CCF27B925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20176" y="2710800"/>
            <a:ext cx="2786063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8652025-79C9-E403-5DEC-A20F1FC420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843811" y="2710800"/>
            <a:ext cx="2786063" cy="5188743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72C58-F228-E37F-5D9F-5673224825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293910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E3E334-36C4-7636-92DD-0F9BD09BEA8C}"/>
              </a:ext>
            </a:extLst>
          </p:cNvPr>
          <p:cNvSpPr/>
          <p:nvPr userDrawn="1"/>
        </p:nvSpPr>
        <p:spPr>
          <a:xfrm>
            <a:off x="8751447" y="1"/>
            <a:ext cx="8778875" cy="98758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1D2632-24A1-4A5B-A0CC-A1DCF7113E74}"/>
              </a:ext>
            </a:extLst>
          </p:cNvPr>
          <p:cNvSpPr/>
          <p:nvPr userDrawn="1"/>
        </p:nvSpPr>
        <p:spPr>
          <a:xfrm>
            <a:off x="0" y="0"/>
            <a:ext cx="8778081" cy="98758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8778875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9EDE2-4492-D5A7-24AF-23B7D0D315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7681" y="1966119"/>
            <a:ext cx="7620794" cy="2971800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08E6F-8478-C264-0CC5-251BF6DA0195}"/>
              </a:ext>
            </a:extLst>
          </p:cNvPr>
          <p:cNvSpPr txBox="1"/>
          <p:nvPr userDrawn="1"/>
        </p:nvSpPr>
        <p:spPr>
          <a:xfrm>
            <a:off x="15864681" y="9048254"/>
            <a:ext cx="126459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+mj-lt"/>
              </a:rPr>
              <a:t>Slide </a:t>
            </a:r>
            <a:fld id="{4212B129-0824-4DC0-919B-D2809D2040F1}" type="slidenum">
              <a:rPr lang="en-US" sz="2400" smtClean="0">
                <a:solidFill>
                  <a:schemeClr val="tx1">
                    <a:alpha val="30000"/>
                  </a:schemeClr>
                </a:solidFill>
                <a:latin typeface="+mj-lt"/>
              </a:rPr>
              <a:pPr algn="r"/>
              <a:t>‹#›</a:t>
            </a:fld>
            <a:endParaRPr lang="en-US" sz="2400" b="1" dirty="0">
              <a:solidFill>
                <a:schemeClr val="tx1">
                  <a:alpha val="3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3232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6FA433-AD37-F28A-CB2B-37FBF7503754}"/>
              </a:ext>
            </a:extLst>
          </p:cNvPr>
          <p:cNvSpPr/>
          <p:nvPr userDrawn="1"/>
        </p:nvSpPr>
        <p:spPr>
          <a:xfrm>
            <a:off x="12819063" y="0"/>
            <a:ext cx="4737100" cy="9875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8786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370FA15F-71A1-4DE2-9C00-1ADB64F9D0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199712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9D037633-7C77-4277-94A4-373584A4AA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8210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390F31A-5514-44EF-AC96-70365D394E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636708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4576A7-C924-6257-9974-8F7C3B6E17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50081" y="1700671"/>
            <a:ext cx="4206082" cy="546949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BFF7F-823B-3C36-6B3A-6D3BEB920FCF}"/>
              </a:ext>
            </a:extLst>
          </p:cNvPr>
          <p:cNvSpPr txBox="1"/>
          <p:nvPr userDrawn="1"/>
        </p:nvSpPr>
        <p:spPr>
          <a:xfrm>
            <a:off x="15864681" y="9048254"/>
            <a:ext cx="126459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+mj-lt"/>
              </a:rPr>
              <a:t>Slide </a:t>
            </a:r>
            <a:fld id="{4212B129-0824-4DC0-919B-D2809D2040F1}" type="slidenum">
              <a:rPr lang="en-US" sz="2400" smtClean="0">
                <a:solidFill>
                  <a:schemeClr val="tx1">
                    <a:alpha val="30000"/>
                  </a:schemeClr>
                </a:solidFill>
                <a:latin typeface="+mj-lt"/>
              </a:rPr>
              <a:pPr algn="r"/>
              <a:t>‹#›</a:t>
            </a:fld>
            <a:endParaRPr lang="en-US" sz="2400" b="1" dirty="0">
              <a:solidFill>
                <a:schemeClr val="tx1">
                  <a:alpha val="3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54018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folio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6FA433-AD37-F28A-CB2B-37FBF7503754}"/>
              </a:ext>
            </a:extLst>
          </p:cNvPr>
          <p:cNvSpPr/>
          <p:nvPr userDrawn="1"/>
        </p:nvSpPr>
        <p:spPr>
          <a:xfrm>
            <a:off x="12819063" y="0"/>
            <a:ext cx="4737100" cy="987583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8786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370FA15F-71A1-4DE2-9C00-1ADB64F9D0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199712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9D037633-7C77-4277-94A4-373584A4AA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8210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390F31A-5514-44EF-AC96-70365D394E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636708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BFF7F-823B-3C36-6B3A-6D3BEB920FCF}"/>
              </a:ext>
            </a:extLst>
          </p:cNvPr>
          <p:cNvSpPr txBox="1"/>
          <p:nvPr userDrawn="1"/>
        </p:nvSpPr>
        <p:spPr>
          <a:xfrm>
            <a:off x="15864681" y="9048254"/>
            <a:ext cx="126459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+mj-lt"/>
              </a:rPr>
              <a:t>Slide </a:t>
            </a:r>
            <a:fld id="{4212B129-0824-4DC0-919B-D2809D2040F1}" type="slidenum">
              <a:rPr lang="en-US" sz="2400" smtClean="0">
                <a:solidFill>
                  <a:schemeClr val="tx1">
                    <a:alpha val="30000"/>
                  </a:schemeClr>
                </a:solidFill>
                <a:latin typeface="+mj-lt"/>
              </a:rPr>
              <a:pPr algn="r"/>
              <a:t>‹#›</a:t>
            </a:fld>
            <a:endParaRPr lang="en-US" sz="2400" b="1" dirty="0">
              <a:solidFill>
                <a:schemeClr val="tx1">
                  <a:alpha val="30000"/>
                </a:schemeClr>
              </a:solidFill>
              <a:latin typeface="+mj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098AED-CD78-5823-3F15-DAD1740709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50081" y="1700671"/>
            <a:ext cx="4206082" cy="546949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791921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ortfolio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6FA433-AD37-F28A-CB2B-37FBF7503754}"/>
              </a:ext>
            </a:extLst>
          </p:cNvPr>
          <p:cNvSpPr/>
          <p:nvPr userDrawn="1"/>
        </p:nvSpPr>
        <p:spPr>
          <a:xfrm>
            <a:off x="12819063" y="0"/>
            <a:ext cx="4737100" cy="98758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8786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370FA15F-71A1-4DE2-9C00-1ADB64F9D0D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199712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9D037633-7C77-4277-94A4-373584A4AA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18210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390F31A-5514-44EF-AC96-70365D394EC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636708" y="-794"/>
            <a:ext cx="3218499" cy="9875838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6BFF7F-823B-3C36-6B3A-6D3BEB920FCF}"/>
              </a:ext>
            </a:extLst>
          </p:cNvPr>
          <p:cNvSpPr txBox="1"/>
          <p:nvPr userDrawn="1"/>
        </p:nvSpPr>
        <p:spPr>
          <a:xfrm>
            <a:off x="15864681" y="9048254"/>
            <a:ext cx="126459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+mj-lt"/>
              </a:rPr>
              <a:t>Slide </a:t>
            </a:r>
            <a:fld id="{4212B129-0824-4DC0-919B-D2809D2040F1}" type="slidenum">
              <a:rPr lang="en-US" sz="2400" smtClean="0">
                <a:solidFill>
                  <a:schemeClr val="tx1">
                    <a:alpha val="30000"/>
                  </a:schemeClr>
                </a:solidFill>
                <a:latin typeface="+mj-lt"/>
              </a:rPr>
              <a:pPr algn="r"/>
              <a:t>‹#›</a:t>
            </a:fld>
            <a:endParaRPr lang="en-US" sz="2400" b="1" dirty="0">
              <a:solidFill>
                <a:schemeClr val="tx1">
                  <a:alpha val="30000"/>
                </a:schemeClr>
              </a:solidFill>
              <a:latin typeface="+mj-lt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4387D3-9072-2E16-6C53-52D9288B7D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50081" y="1700671"/>
            <a:ext cx="4206082" cy="5469496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00000"/>
              </a:lnSpc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7694840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254081" y="2674937"/>
            <a:ext cx="2292982" cy="266878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C6ADFBE-AE7D-771F-3989-EB4018D344F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740954" y="2674937"/>
            <a:ext cx="2292982" cy="266878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0CFDEAB8-BD4D-5840-B1A7-303ADA02D0A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227827" y="2674937"/>
            <a:ext cx="2292982" cy="266878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FB9C42EB-105C-C392-6B10-75588A64F08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4714699" y="2674937"/>
            <a:ext cx="2292982" cy="266878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D5F4EA9C-B214-D5E1-1D30-8F24A2B018D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254081" y="5850534"/>
            <a:ext cx="2292982" cy="266878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60B1532-C585-E5A0-6667-44844E1067C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740954" y="5850534"/>
            <a:ext cx="2292982" cy="266878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1E4B404-7F05-D83C-0B7C-FA7FB694DD1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12227827" y="5850534"/>
            <a:ext cx="2292982" cy="266878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A3A2943C-F453-1CED-AB76-5AF13CF6216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4714699" y="5850534"/>
            <a:ext cx="2292982" cy="266878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0F627-D7AF-7937-85FB-61C406B269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5478146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folio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C8BFAA01-39F8-411D-A647-460AAE6E457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9275" y="2674938"/>
            <a:ext cx="8675420" cy="5768181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1E2E5957-35DD-497F-8C29-C5B431690B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567694" y="2674938"/>
            <a:ext cx="2439194" cy="280800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B190BCB3-4FA9-4B5F-B88C-ADF75BB0D55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379995" y="5635119"/>
            <a:ext cx="2439194" cy="280800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B561BF57-5D4A-415F-A4D4-9CBCE55B0C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1974489" y="5635119"/>
            <a:ext cx="2439194" cy="280800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1523C95B-CF5D-48B1-AA3A-1B9428C2B40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4568983" y="5635119"/>
            <a:ext cx="2439194" cy="280800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60D26-E566-ADBA-6E48-28157BFB9F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7999292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8A39AD6-D1F8-9A27-46C0-8B2D3A9356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2674800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BC55D741-C5BA-FBCE-23A6-628A292F60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926374" y="2674800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2A72E5-A8B5-B4D4-83FE-79AD3133D0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52748" y="2674937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9CCB6A76-0E7A-FFC8-2886-2917F121EA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779122" y="2674800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43A9D5-9A04-5A61-10F5-BCC40B21B2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705496" y="2674936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A312B5E2-89DE-F8A1-59C6-D5BC68077F9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631872" y="2674800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7F103B-282E-328C-28CD-C6BD72DA6A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0377453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C8A39AD6-D1F8-9A27-46C0-8B2D3A93568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2674800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BC55D741-C5BA-FBCE-23A6-628A292F60E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926374" y="2674800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2A72E5-A8B5-B4D4-83FE-79AD3133D0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52748" y="2674937"/>
            <a:ext cx="2926800" cy="5692119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86A87-D88A-6A3D-1B49-C5ACBDBB6C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94937" y="2674938"/>
            <a:ext cx="6713537" cy="5691981"/>
          </a:xfrm>
          <a:prstGeom prst="rect">
            <a:avLst/>
          </a:prstGeom>
        </p:spPr>
        <p:txBody>
          <a:bodyPr lIns="0" tIns="0" rIns="0" bIns="144000" anchor="ctr"/>
          <a:lstStyle>
            <a:lvl1pPr marL="0" indent="0">
              <a:lnSpc>
                <a:spcPct val="120000"/>
              </a:lnSpc>
              <a:buFontTx/>
              <a:buNone/>
              <a:defRPr sz="1800"/>
            </a:lvl1pPr>
            <a:lvl2pPr marL="658368" indent="0">
              <a:lnSpc>
                <a:spcPct val="120000"/>
              </a:lnSpc>
              <a:buFontTx/>
              <a:buNone/>
              <a:defRPr sz="1800"/>
            </a:lvl2pPr>
            <a:lvl3pPr marL="1316736" indent="0">
              <a:lnSpc>
                <a:spcPct val="120000"/>
              </a:lnSpc>
              <a:buFontTx/>
              <a:buNone/>
              <a:defRPr sz="1800"/>
            </a:lvl3pPr>
            <a:lvl4pPr marL="1975104" indent="0">
              <a:lnSpc>
                <a:spcPct val="120000"/>
              </a:lnSpc>
              <a:buFontTx/>
              <a:buNone/>
              <a:defRPr sz="1800"/>
            </a:lvl4pPr>
            <a:lvl5pPr marL="2633472" indent="0">
              <a:lnSpc>
                <a:spcPct val="120000"/>
              </a:lnSpc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7A5F131-B1E8-C7E8-245B-5820270DC4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746061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ADB7F69-F871-4C7E-8A39-C1D6404D511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2674800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22469303-4826-9856-A707-760683A822F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925485" y="2674800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C5C84FF2-ED9C-66A3-EFF5-9212D085F5E6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850970" y="2674800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0ED6A7F-99F7-7F77-8267-00FD1C9436E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776455" y="2674800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D4A6FEB1-46AE-DB98-DD13-BA5FCF08CA1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1701940" y="2674800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EC323C2-467E-6151-B674-1CC33D33D69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4627425" y="2674800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99AE1911-E2DF-79B5-5044-08A3BDD75EA5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0" y="6314206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38DCFE89-AE93-95F5-B8D0-6E734BCC537E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925360" y="6314206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F801790E-B6F6-C6F4-0513-CFC307C30711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50720" y="6314206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309151F5-2954-A742-9FA1-F8DC563B1906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776080" y="6314206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D9558131-354F-CD55-331F-BA2E77F0A8C9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1701440" y="6314206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8516925-2036-E59B-5944-97856137383A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14626800" y="6314206"/>
            <a:ext cx="2926800" cy="3607595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1EBA3-A1A4-C066-02EA-590E52ACF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275" y="774587"/>
            <a:ext cx="16459200" cy="1440000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lnSpc>
                <a:spcPct val="100000"/>
              </a:lnSpc>
              <a:defRPr sz="66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your main title here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9191270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BD7D56-8F60-40C6-A34F-4BECF4A90E5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17575330" cy="9875520"/>
          </a:xfrm>
          <a:prstGeom prst="rect">
            <a:avLst/>
          </a:prstGeom>
          <a:pattFill prst="wdDnDiag">
            <a:fgClr>
              <a:schemeClr val="bg1">
                <a:lumMod val="90000"/>
              </a:schemeClr>
            </a:fgClr>
            <a:bgClr>
              <a:schemeClr val="bg1"/>
            </a:bgClr>
          </a:patt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your image here</a:t>
            </a:r>
          </a:p>
        </p:txBody>
      </p:sp>
    </p:spTree>
    <p:extLst>
      <p:ext uri="{BB962C8B-B14F-4D97-AF65-F5344CB8AC3E}">
        <p14:creationId xmlns:p14="http://schemas.microsoft.com/office/powerpoint/2010/main" val="3248826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10" userDrawn="1">
          <p15:clr>
            <a:srgbClr val="FBAE40"/>
          </p15:clr>
        </p15:guide>
        <p15:guide id="2" pos="552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275CF15-0EBC-B798-BFCB-E7BFC12EEDF6}"/>
              </a:ext>
            </a:extLst>
          </p:cNvPr>
          <p:cNvGrpSpPr/>
          <p:nvPr userDrawn="1"/>
        </p:nvGrpSpPr>
        <p:grpSpPr>
          <a:xfrm>
            <a:off x="556244" y="8703878"/>
            <a:ext cx="666050" cy="648072"/>
            <a:chOff x="9162752" y="492481"/>
            <a:chExt cx="582095" cy="58153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BB8C44-45FC-D929-E022-B2AC480A667F}"/>
                </a:ext>
              </a:extLst>
            </p:cNvPr>
            <p:cNvSpPr/>
            <p:nvPr/>
          </p:nvSpPr>
          <p:spPr>
            <a:xfrm>
              <a:off x="9162752" y="492481"/>
              <a:ext cx="132903" cy="132903"/>
            </a:xfrm>
            <a:custGeom>
              <a:avLst/>
              <a:gdLst>
                <a:gd name="connsiteX0" fmla="*/ 0 w 132903"/>
                <a:gd name="connsiteY0" fmla="*/ 0 h 132903"/>
                <a:gd name="connsiteX1" fmla="*/ 132904 w 132903"/>
                <a:gd name="connsiteY1" fmla="*/ 0 h 132903"/>
                <a:gd name="connsiteX2" fmla="*/ 132904 w 132903"/>
                <a:gd name="connsiteY2" fmla="*/ 132904 h 132903"/>
                <a:gd name="connsiteX3" fmla="*/ 0 w 132903"/>
                <a:gd name="connsiteY3" fmla="*/ 132904 h 13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903" h="132903">
                  <a:moveTo>
                    <a:pt x="0" y="0"/>
                  </a:moveTo>
                  <a:lnTo>
                    <a:pt x="132904" y="0"/>
                  </a:lnTo>
                  <a:lnTo>
                    <a:pt x="132904" y="132904"/>
                  </a:lnTo>
                  <a:lnTo>
                    <a:pt x="0" y="132904"/>
                  </a:lnTo>
                  <a:close/>
                </a:path>
              </a:pathLst>
            </a:custGeom>
            <a:solidFill>
              <a:srgbClr val="49AB33"/>
            </a:solidFill>
            <a:ln w="4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DFBDE86-59E2-0E42-6224-B5A0176324DA}"/>
                </a:ext>
              </a:extLst>
            </p:cNvPr>
            <p:cNvSpPr/>
            <p:nvPr/>
          </p:nvSpPr>
          <p:spPr>
            <a:xfrm>
              <a:off x="9162752" y="492481"/>
              <a:ext cx="582095" cy="581530"/>
            </a:xfrm>
            <a:custGeom>
              <a:avLst/>
              <a:gdLst>
                <a:gd name="connsiteX0" fmla="*/ 291331 w 582095"/>
                <a:gd name="connsiteY0" fmla="*/ 0 h 581530"/>
                <a:gd name="connsiteX1" fmla="*/ 264960 w 582095"/>
                <a:gd name="connsiteY1" fmla="*/ 0 h 581530"/>
                <a:gd name="connsiteX2" fmla="*/ 264960 w 582095"/>
                <a:gd name="connsiteY2" fmla="*/ 132944 h 581530"/>
                <a:gd name="connsiteX3" fmla="*/ 291331 w 582095"/>
                <a:gd name="connsiteY3" fmla="*/ 132944 h 581530"/>
                <a:gd name="connsiteX4" fmla="*/ 449152 w 582095"/>
                <a:gd name="connsiteY4" fmla="*/ 290765 h 581530"/>
                <a:gd name="connsiteX5" fmla="*/ 291331 w 582095"/>
                <a:gd name="connsiteY5" fmla="*/ 448586 h 581530"/>
                <a:gd name="connsiteX6" fmla="*/ 132864 w 582095"/>
                <a:gd name="connsiteY6" fmla="*/ 448586 h 581530"/>
                <a:gd name="connsiteX7" fmla="*/ 132864 w 582095"/>
                <a:gd name="connsiteY7" fmla="*/ 264960 h 581530"/>
                <a:gd name="connsiteX8" fmla="*/ 0 w 582095"/>
                <a:gd name="connsiteY8" fmla="*/ 264960 h 581530"/>
                <a:gd name="connsiteX9" fmla="*/ 0 w 582095"/>
                <a:gd name="connsiteY9" fmla="*/ 581531 h 581530"/>
                <a:gd name="connsiteX10" fmla="*/ 291331 w 582095"/>
                <a:gd name="connsiteY10" fmla="*/ 581531 h 581530"/>
                <a:gd name="connsiteX11" fmla="*/ 582096 w 582095"/>
                <a:gd name="connsiteY11" fmla="*/ 290765 h 581530"/>
                <a:gd name="connsiteX12" fmla="*/ 291331 w 582095"/>
                <a:gd name="connsiteY12" fmla="*/ 0 h 581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2095" h="581530">
                  <a:moveTo>
                    <a:pt x="291331" y="0"/>
                  </a:moveTo>
                  <a:lnTo>
                    <a:pt x="264960" y="0"/>
                  </a:lnTo>
                  <a:lnTo>
                    <a:pt x="264960" y="132944"/>
                  </a:lnTo>
                  <a:lnTo>
                    <a:pt x="291331" y="132944"/>
                  </a:lnTo>
                  <a:cubicBezTo>
                    <a:pt x="378492" y="132944"/>
                    <a:pt x="449152" y="203603"/>
                    <a:pt x="449152" y="290765"/>
                  </a:cubicBezTo>
                  <a:cubicBezTo>
                    <a:pt x="449152" y="377926"/>
                    <a:pt x="378492" y="448586"/>
                    <a:pt x="291331" y="448586"/>
                  </a:cubicBezTo>
                  <a:lnTo>
                    <a:pt x="132864" y="448586"/>
                  </a:lnTo>
                  <a:lnTo>
                    <a:pt x="132864" y="264960"/>
                  </a:lnTo>
                  <a:lnTo>
                    <a:pt x="0" y="264960"/>
                  </a:lnTo>
                  <a:lnTo>
                    <a:pt x="0" y="581531"/>
                  </a:lnTo>
                  <a:lnTo>
                    <a:pt x="291331" y="581531"/>
                  </a:lnTo>
                  <a:cubicBezTo>
                    <a:pt x="451918" y="581531"/>
                    <a:pt x="582096" y="451348"/>
                    <a:pt x="582096" y="290765"/>
                  </a:cubicBezTo>
                  <a:cubicBezTo>
                    <a:pt x="582096" y="130180"/>
                    <a:pt x="451918" y="0"/>
                    <a:pt x="291331" y="0"/>
                  </a:cubicBezTo>
                  <a:close/>
                </a:path>
              </a:pathLst>
            </a:custGeom>
            <a:solidFill>
              <a:srgbClr val="204898"/>
            </a:solidFill>
            <a:ln w="40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9DC96609-AD24-4148-B82F-C293E30078AD}"/>
              </a:ext>
            </a:extLst>
          </p:cNvPr>
          <p:cNvSpPr txBox="1"/>
          <p:nvPr userDrawn="1"/>
        </p:nvSpPr>
        <p:spPr>
          <a:xfrm>
            <a:off x="15483681" y="9079031"/>
            <a:ext cx="1645594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000" b="1" dirty="0">
                <a:solidFill>
                  <a:schemeClr val="tx1">
                    <a:alpha val="30000"/>
                  </a:schemeClr>
                </a:solidFill>
                <a:latin typeface="+mj-lt"/>
              </a:rPr>
              <a:t>SLIDE </a:t>
            </a:r>
            <a:fld id="{4212B129-0824-4DC0-919B-D2809D2040F1}" type="slidenum">
              <a:rPr lang="en-US" sz="2000" b="1" smtClean="0">
                <a:solidFill>
                  <a:schemeClr val="tx1">
                    <a:alpha val="30000"/>
                  </a:schemeClr>
                </a:solidFill>
                <a:latin typeface="+mj-lt"/>
              </a:rPr>
              <a:pPr algn="r"/>
              <a:t>‹#›</a:t>
            </a:fld>
            <a:endParaRPr lang="en-US" sz="2000" b="1" dirty="0">
              <a:solidFill>
                <a:schemeClr val="tx1">
                  <a:alpha val="3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4707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81" r:id="rId2"/>
    <p:sldLayoutId id="2147483680" r:id="rId3"/>
    <p:sldLayoutId id="2147483709" r:id="rId4"/>
    <p:sldLayoutId id="2147483682" r:id="rId5"/>
    <p:sldLayoutId id="2147483683" r:id="rId6"/>
    <p:sldLayoutId id="2147483666" r:id="rId7"/>
    <p:sldLayoutId id="2147483667" r:id="rId8"/>
    <p:sldLayoutId id="2147483668" r:id="rId9"/>
    <p:sldLayoutId id="2147483669" r:id="rId10"/>
    <p:sldLayoutId id="2147483679" r:id="rId11"/>
    <p:sldLayoutId id="2147483670" r:id="rId12"/>
    <p:sldLayoutId id="2147483671" r:id="rId13"/>
    <p:sldLayoutId id="2147483675" r:id="rId14"/>
    <p:sldLayoutId id="2147483676" r:id="rId15"/>
    <p:sldLayoutId id="2147483714" r:id="rId16"/>
    <p:sldLayoutId id="2147483715" r:id="rId17"/>
    <p:sldLayoutId id="2147483677" r:id="rId18"/>
    <p:sldLayoutId id="2147483678" r:id="rId19"/>
    <p:sldLayoutId id="2147483672" r:id="rId20"/>
    <p:sldLayoutId id="2147483713" r:id="rId21"/>
    <p:sldLayoutId id="2147483674" r:id="rId22"/>
    <p:sldLayoutId id="2147483663" r:id="rId23"/>
  </p:sldLayoutIdLst>
  <p:txStyles>
    <p:titleStyle>
      <a:lvl1pPr algn="l" defTabSz="1316736" rtl="0" eaLnBrk="1" latinLnBrk="0" hangingPunct="1">
        <a:lnSpc>
          <a:spcPct val="90000"/>
        </a:lnSpc>
        <a:spcBef>
          <a:spcPct val="0"/>
        </a:spcBef>
        <a:buNone/>
        <a:defRPr sz="63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9184" indent="-329184" algn="l" defTabSz="1316736" rtl="0" eaLnBrk="1" latinLnBrk="0" hangingPunct="1">
        <a:lnSpc>
          <a:spcPct val="90000"/>
        </a:lnSpc>
        <a:spcBef>
          <a:spcPts val="1440"/>
        </a:spcBef>
        <a:buFont typeface="Arial" panose="020B0604020202020204" pitchFamily="34" charset="0"/>
        <a:buChar char="•"/>
        <a:defRPr sz="4032" kern="1200">
          <a:solidFill>
            <a:schemeClr val="tx1"/>
          </a:solidFill>
          <a:latin typeface="+mn-lt"/>
          <a:ea typeface="+mn-ea"/>
          <a:cs typeface="+mn-cs"/>
        </a:defRPr>
      </a:lvl1pPr>
      <a:lvl2pPr marL="987552" indent="-329184" algn="l" defTabSz="1316736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3456" kern="1200">
          <a:solidFill>
            <a:schemeClr val="tx1"/>
          </a:solidFill>
          <a:latin typeface="+mn-lt"/>
          <a:ea typeface="+mn-ea"/>
          <a:cs typeface="+mn-cs"/>
        </a:defRPr>
      </a:lvl2pPr>
      <a:lvl3pPr marL="1645920" indent="-329184" algn="l" defTabSz="1316736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2304288" indent="-329184" algn="l" defTabSz="1316736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4pPr>
      <a:lvl5pPr marL="2962656" indent="-329184" algn="l" defTabSz="1316736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5pPr>
      <a:lvl6pPr marL="3621024" indent="-329184" algn="l" defTabSz="1316736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6pPr>
      <a:lvl7pPr marL="4279392" indent="-329184" algn="l" defTabSz="1316736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7pPr>
      <a:lvl8pPr marL="4937760" indent="-329184" algn="l" defTabSz="1316736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8pPr>
      <a:lvl9pPr marL="5596128" indent="-329184" algn="l" defTabSz="1316736" rtl="0" eaLnBrk="1" latinLnBrk="0" hangingPunct="1">
        <a:lnSpc>
          <a:spcPct val="90000"/>
        </a:lnSpc>
        <a:spcBef>
          <a:spcPts val="72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316736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3pPr>
      <a:lvl4pPr marL="1975104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4pPr>
      <a:lvl5pPr marL="2633472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5pPr>
      <a:lvl6pPr marL="3291840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6pPr>
      <a:lvl7pPr marL="3950208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7pPr>
      <a:lvl8pPr marL="4608576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8pPr>
      <a:lvl9pPr marL="5266944" algn="l" defTabSz="1316736" rtl="0" eaLnBrk="1" latinLnBrk="0" hangingPunct="1">
        <a:defRPr sz="25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10" userDrawn="1">
          <p15:clr>
            <a:srgbClr val="F26B43"/>
          </p15:clr>
        </p15:guide>
        <p15:guide id="2" pos="5530" userDrawn="1">
          <p15:clr>
            <a:srgbClr val="F26B43"/>
          </p15:clr>
        </p15:guide>
        <p15:guide id="3" pos="346" userDrawn="1">
          <p15:clr>
            <a:srgbClr val="F26B43"/>
          </p15:clr>
        </p15:guide>
        <p15:guide id="4" orient="horz" pos="327" userDrawn="1">
          <p15:clr>
            <a:srgbClr val="F26B43"/>
          </p15:clr>
        </p15:guide>
        <p15:guide id="5" orient="horz" pos="5415" userDrawn="1">
          <p15:clr>
            <a:srgbClr val="F26B43"/>
          </p15:clr>
        </p15:guide>
        <p15:guide id="6" pos="10714" userDrawn="1">
          <p15:clr>
            <a:srgbClr val="F26B43"/>
          </p15:clr>
        </p15:guide>
        <p15:guide id="7" pos="1066" userDrawn="1">
          <p15:clr>
            <a:srgbClr val="A4A3A4"/>
          </p15:clr>
        </p15:guide>
        <p15:guide id="8" pos="1246" userDrawn="1">
          <p15:clr>
            <a:srgbClr val="A4A3A4"/>
          </p15:clr>
        </p15:guide>
        <p15:guide id="9" pos="1930" userDrawn="1">
          <p15:clr>
            <a:srgbClr val="A4A3A4"/>
          </p15:clr>
        </p15:guide>
        <p15:guide id="10" pos="2101" userDrawn="1">
          <p15:clr>
            <a:srgbClr val="A4A3A4"/>
          </p15:clr>
        </p15:guide>
        <p15:guide id="11" pos="2794" userDrawn="1">
          <p15:clr>
            <a:srgbClr val="A4A3A4"/>
          </p15:clr>
        </p15:guide>
        <p15:guide id="12" pos="2976" userDrawn="1">
          <p15:clr>
            <a:srgbClr val="A4A3A4"/>
          </p15:clr>
        </p15:guide>
        <p15:guide id="13" pos="3691" userDrawn="1">
          <p15:clr>
            <a:srgbClr val="A4A3A4"/>
          </p15:clr>
        </p15:guide>
        <p15:guide id="14" pos="3861" userDrawn="1">
          <p15:clr>
            <a:srgbClr val="A4A3A4"/>
          </p15:clr>
        </p15:guide>
        <p15:guide id="15" pos="4555" userDrawn="1">
          <p15:clr>
            <a:srgbClr val="A4A3A4"/>
          </p15:clr>
        </p15:guide>
        <p15:guide id="16" pos="4725" userDrawn="1">
          <p15:clr>
            <a:srgbClr val="A4A3A4"/>
          </p15:clr>
        </p15:guide>
        <p15:guide id="17" pos="5440" userDrawn="1">
          <p15:clr>
            <a:srgbClr val="A4A3A4"/>
          </p15:clr>
        </p15:guide>
        <p15:guide id="18" pos="5616" userDrawn="1">
          <p15:clr>
            <a:srgbClr val="A4A3A4"/>
          </p15:clr>
        </p15:guide>
        <p15:guide id="19" pos="6315" userDrawn="1">
          <p15:clr>
            <a:srgbClr val="A4A3A4"/>
          </p15:clr>
        </p15:guide>
        <p15:guide id="20" pos="6485" userDrawn="1">
          <p15:clr>
            <a:srgbClr val="A4A3A4"/>
          </p15:clr>
        </p15:guide>
        <p15:guide id="21" pos="7200" userDrawn="1">
          <p15:clr>
            <a:srgbClr val="A4A3A4"/>
          </p15:clr>
        </p15:guide>
        <p15:guide id="22" pos="7371" userDrawn="1">
          <p15:clr>
            <a:srgbClr val="A4A3A4"/>
          </p15:clr>
        </p15:guide>
        <p15:guide id="23" pos="8075" userDrawn="1">
          <p15:clr>
            <a:srgbClr val="A4A3A4"/>
          </p15:clr>
        </p15:guide>
        <p15:guide id="24" pos="8245" userDrawn="1">
          <p15:clr>
            <a:srgbClr val="A4A3A4"/>
          </p15:clr>
        </p15:guide>
        <p15:guide id="25" pos="8949" userDrawn="1">
          <p15:clr>
            <a:srgbClr val="A4A3A4"/>
          </p15:clr>
        </p15:guide>
        <p15:guide id="26" pos="9120" userDrawn="1">
          <p15:clr>
            <a:srgbClr val="A4A3A4"/>
          </p15:clr>
        </p15:guide>
        <p15:guide id="27" pos="9835" userDrawn="1">
          <p15:clr>
            <a:srgbClr val="A4A3A4"/>
          </p15:clr>
        </p15:guide>
        <p15:guide id="28" pos="10005" userDrawn="1">
          <p15:clr>
            <a:srgbClr val="A4A3A4"/>
          </p15:clr>
        </p15:guide>
        <p15:guide id="30" orient="horz" pos="1685" userDrawn="1">
          <p15:clr>
            <a:srgbClr val="9FCC3B"/>
          </p15:clr>
        </p15:guide>
        <p15:guide id="32" orient="horz" pos="5895" userDrawn="1">
          <p15:clr>
            <a:srgbClr val="F26B43"/>
          </p15:clr>
        </p15:guide>
        <p15:guide id="33" orient="horz" pos="491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45061-9B01-7E4E-7A90-BAD7F9A6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Busy zebra crossing in city">
            <a:extLst>
              <a:ext uri="{FF2B5EF4-FFF2-40B4-BE49-F238E27FC236}">
                <a16:creationId xmlns:a16="http://schemas.microsoft.com/office/drawing/2014/main" id="{8DE5E4AE-AEF3-2714-C052-6BF091A27B5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34" b="12534"/>
          <a:stretch/>
        </p:blipFill>
        <p:spPr>
          <a:xfrm>
            <a:off x="0" y="7938"/>
            <a:ext cx="17573053" cy="9875837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D5DE66A-809F-5637-2BBF-16C0F11F8A54}"/>
              </a:ext>
            </a:extLst>
          </p:cNvPr>
          <p:cNvSpPr/>
          <p:nvPr/>
        </p:nvSpPr>
        <p:spPr>
          <a:xfrm>
            <a:off x="0" y="7938"/>
            <a:ext cx="8777287" cy="988695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60F3C-1CA9-83CF-7D72-E8250B3D9485}"/>
              </a:ext>
            </a:extLst>
          </p:cNvPr>
          <p:cNvSpPr txBox="1"/>
          <p:nvPr/>
        </p:nvSpPr>
        <p:spPr>
          <a:xfrm>
            <a:off x="618584" y="4652899"/>
            <a:ext cx="7511425" cy="3218592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>
              <a:lnSpc>
                <a:spcPct val="80000"/>
              </a:lnSpc>
            </a:pPr>
            <a:r>
              <a:rPr lang="en-US" sz="8000" dirty="0">
                <a:solidFill>
                  <a:schemeClr val="bg2"/>
                </a:solidFill>
                <a:cs typeface="Poppins" panose="00000500000000000000" pitchFamily="2" charset="0"/>
              </a:rPr>
              <a:t>Value Orchestration Canvas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CCBC4-D5F3-7907-AC73-00446E219BE5}"/>
              </a:ext>
            </a:extLst>
          </p:cNvPr>
          <p:cNvSpPr txBox="1"/>
          <p:nvPr/>
        </p:nvSpPr>
        <p:spPr>
          <a:xfrm>
            <a:off x="728663" y="8324837"/>
            <a:ext cx="2864567" cy="86177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  <a:ea typeface="Roboto" panose="02000000000000000000" pitchFamily="2" charset="0"/>
                <a:cs typeface="Poppins" panose="00000500000000000000" pitchFamily="2" charset="0"/>
              </a:rPr>
              <a:t>ANDREW SMART</a:t>
            </a:r>
          </a:p>
          <a:p>
            <a:r>
              <a:rPr lang="en-US" sz="2800" dirty="0">
                <a:solidFill>
                  <a:schemeClr val="bg2"/>
                </a:solidFill>
                <a:ea typeface="Roboto" panose="02000000000000000000" pitchFamily="2" charset="0"/>
                <a:cs typeface="Poppins" panose="00000500000000000000" pitchFamily="2" charset="0"/>
              </a:rPr>
              <a:t>October 2025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BEBAF9-B5B4-BCD8-E3EE-4DD5E448C37E}"/>
              </a:ext>
            </a:extLst>
          </p:cNvPr>
          <p:cNvCxnSpPr>
            <a:cxnSpLocks/>
          </p:cNvCxnSpPr>
          <p:nvPr/>
        </p:nvCxnSpPr>
        <p:spPr>
          <a:xfrm>
            <a:off x="728663" y="8022606"/>
            <a:ext cx="16056000" cy="0"/>
          </a:xfrm>
          <a:prstGeom prst="line">
            <a:avLst/>
          </a:prstGeom>
          <a:ln w="762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E789AED-7326-34F4-5372-84BB908EC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28663" y="651083"/>
            <a:ext cx="4377010" cy="48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700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294E15D-0878-7C9B-E608-A6113A3449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6613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1418-715D-CBDE-3267-397184D4F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893DFB-6840-97AB-D5E5-276D03E34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774587"/>
            <a:ext cx="16459200" cy="1440000"/>
          </a:xfrm>
        </p:spPr>
        <p:txBody>
          <a:bodyPr/>
          <a:lstStyle/>
          <a:p>
            <a:r>
              <a:rPr lang="en-GB"/>
              <a:t>VALUE orchestration </a:t>
            </a:r>
            <a:r>
              <a:rPr lang="en-GB" dirty="0"/>
              <a:t>CANVAS (VOC)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1C176-C828-1EFD-F196-0B49D0650A1E}"/>
              </a:ext>
            </a:extLst>
          </p:cNvPr>
          <p:cNvSpPr/>
          <p:nvPr/>
        </p:nvSpPr>
        <p:spPr>
          <a:xfrm>
            <a:off x="5476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BRAND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64DC2C-D104-F819-9A04-00610352AFEB}"/>
              </a:ext>
            </a:extLst>
          </p:cNvPr>
          <p:cNvSpPr/>
          <p:nvPr/>
        </p:nvSpPr>
        <p:spPr>
          <a:xfrm>
            <a:off x="4663561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567BA0-E95E-A212-14C5-6AE624528C7B}"/>
              </a:ext>
            </a:extLst>
          </p:cNvPr>
          <p:cNvSpPr/>
          <p:nvPr/>
        </p:nvSpPr>
        <p:spPr>
          <a:xfrm>
            <a:off x="6720704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PROCESSES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ADA9EF-92F9-9E10-1FAF-B3B5DB7B8A63}"/>
              </a:ext>
            </a:extLst>
          </p:cNvPr>
          <p:cNvSpPr/>
          <p:nvPr/>
        </p:nvSpPr>
        <p:spPr>
          <a:xfrm>
            <a:off x="8777847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PRODUCTS &amp;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3137FE-F4C5-8171-2AB7-7975FF187014}"/>
              </a:ext>
            </a:extLst>
          </p:cNvPr>
          <p:cNvSpPr/>
          <p:nvPr/>
        </p:nvSpPr>
        <p:spPr>
          <a:xfrm>
            <a:off x="10834990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ANNUAL 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4FB9B-7611-A72A-AAE7-A8C93E1BF08C}"/>
              </a:ext>
            </a:extLst>
          </p:cNvPr>
          <p:cNvSpPr/>
          <p:nvPr/>
        </p:nvSpPr>
        <p:spPr>
          <a:xfrm>
            <a:off x="12892133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STRATEGIC GOALS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9E6C89-5783-D317-5B40-BFF7311CD53F}"/>
              </a:ext>
            </a:extLst>
          </p:cNvPr>
          <p:cNvSpPr/>
          <p:nvPr/>
        </p:nvSpPr>
        <p:spPr>
          <a:xfrm>
            <a:off x="149512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REPUTATION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236969-27D6-C5AF-B046-760B38C80522}"/>
              </a:ext>
            </a:extLst>
          </p:cNvPr>
          <p:cNvSpPr/>
          <p:nvPr/>
        </p:nvSpPr>
        <p:spPr>
          <a:xfrm>
            <a:off x="2606418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Values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Mindset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Leadership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Behaviours</a:t>
            </a:r>
          </a:p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55B434-A4F1-5877-F5B8-D69AEED4E992}"/>
              </a:ext>
            </a:extLst>
          </p:cNvPr>
          <p:cNvSpPr/>
          <p:nvPr/>
        </p:nvSpPr>
        <p:spPr>
          <a:xfrm>
            <a:off x="4663561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Data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Infrastructure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Code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Applications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Information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0C36AC-8E82-1360-AC43-796C6579E37B}"/>
              </a:ext>
            </a:extLst>
          </p:cNvPr>
          <p:cNvSpPr/>
          <p:nvPr/>
        </p:nvSpPr>
        <p:spPr>
          <a:xfrm>
            <a:off x="6720704" y="302163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72000" bIns="36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Effectiveness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Efficiency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Quality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Resilience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625114-213E-2D0D-CA36-F62B8C14DF27}"/>
              </a:ext>
            </a:extLst>
          </p:cNvPr>
          <p:cNvSpPr/>
          <p:nvPr/>
        </p:nvSpPr>
        <p:spPr>
          <a:xfrm>
            <a:off x="8777847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72000" bIns="36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Portfolio Fit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Delivery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Experience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Quality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5E7C4F-9953-CA5E-57E2-870B47775568}"/>
              </a:ext>
            </a:extLst>
          </p:cNvPr>
          <p:cNvSpPr/>
          <p:nvPr/>
        </p:nvSpPr>
        <p:spPr>
          <a:xfrm>
            <a:off x="2606418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Skillset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Roles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Performance</a:t>
            </a: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A2617F-5AEC-0B59-1074-538E1AD631F1}"/>
              </a:ext>
            </a:extLst>
          </p:cNvPr>
          <p:cNvSpPr/>
          <p:nvPr/>
        </p:nvSpPr>
        <p:spPr>
          <a:xfrm>
            <a:off x="547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Costs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Revenue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Profit</a:t>
            </a:r>
          </a:p>
          <a:p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Capital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Liquidity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Financial Accuracy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F3CF2F-C94D-D970-94BE-0C97E2A693AC}"/>
              </a:ext>
            </a:extLst>
          </p:cNvPr>
          <p:cNvSpPr/>
          <p:nvPr/>
        </p:nvSpPr>
        <p:spPr>
          <a:xfrm>
            <a:off x="4663561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Contracts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Integration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Relationships</a:t>
            </a: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946DB3-3F52-19FA-737C-76B6E94F0313}"/>
              </a:ext>
            </a:extLst>
          </p:cNvPr>
          <p:cNvSpPr/>
          <p:nvPr/>
        </p:nvSpPr>
        <p:spPr>
          <a:xfrm>
            <a:off x="6720704" y="442040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72000" bIns="36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Improve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Change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Transform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7013AF-E9D8-3A2C-E141-CEFCC167653F}"/>
              </a:ext>
            </a:extLst>
          </p:cNvPr>
          <p:cNvSpPr/>
          <p:nvPr/>
        </p:nvSpPr>
        <p:spPr>
          <a:xfrm>
            <a:off x="10834990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72000" bIns="36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Financial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Non-Financials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7A222C-84E6-4FA8-8D58-6DBBE4C8FFB6}"/>
              </a:ext>
            </a:extLst>
          </p:cNvPr>
          <p:cNvSpPr/>
          <p:nvPr/>
        </p:nvSpPr>
        <p:spPr>
          <a:xfrm>
            <a:off x="12892133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72000" bIns="36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Financial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Non-Financials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BEAAD-D47A-DA3B-69DE-08AE6F02399D}"/>
              </a:ext>
            </a:extLst>
          </p:cNvPr>
          <p:cNvSpPr/>
          <p:nvPr/>
        </p:nvSpPr>
        <p:spPr>
          <a:xfrm>
            <a:off x="14951288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Corporate Reputation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Employee Reputation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Customer Reputation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Third Party Reputation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Investor Reputation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ESG Reputation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555FB6-BF04-2B18-B5AB-6E7BF0DAD170}"/>
              </a:ext>
            </a:extLst>
          </p:cNvPr>
          <p:cNvSpPr/>
          <p:nvPr/>
        </p:nvSpPr>
        <p:spPr>
          <a:xfrm>
            <a:off x="6717456" y="581917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72000" bIns="36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Pipeline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Capability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Velocity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Resources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36E6F1-7FDD-967B-CDF4-EE0C15ABC3E2}"/>
              </a:ext>
            </a:extLst>
          </p:cNvPr>
          <p:cNvSpPr/>
          <p:nvPr/>
        </p:nvSpPr>
        <p:spPr>
          <a:xfrm>
            <a:off x="260641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CULTURE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953E7D0-062F-23D2-1624-382F51D2C2C1}"/>
              </a:ext>
            </a:extLst>
          </p:cNvPr>
          <p:cNvSpPr/>
          <p:nvPr/>
        </p:nvSpPr>
        <p:spPr>
          <a:xfrm>
            <a:off x="547688" y="3021633"/>
            <a:ext cx="2059200" cy="382282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Corporate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Employee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Customer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Third Party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Investor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b="1" dirty="0">
                <a:solidFill>
                  <a:schemeClr val="tx1"/>
                </a:solidFill>
              </a:rPr>
              <a:t>ESG Brand</a:t>
            </a:r>
            <a:endParaRPr lang="en-GB" sz="1050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6C0181-31BD-9530-73B3-2961EA76A3C0}"/>
              </a:ext>
            </a:extLst>
          </p:cNvPr>
          <p:cNvSpPr/>
          <p:nvPr/>
        </p:nvSpPr>
        <p:spPr>
          <a:xfrm>
            <a:off x="547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FINANCIALS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64B2C2-6C61-0147-4B27-F1466DC83DC4}"/>
              </a:ext>
            </a:extLst>
          </p:cNvPr>
          <p:cNvSpPr/>
          <p:nvPr/>
        </p:nvSpPr>
        <p:spPr>
          <a:xfrm>
            <a:off x="4663017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BUSINESS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F42084-4A36-61FE-9DB6-6D91C8CA7E1E}"/>
              </a:ext>
            </a:extLst>
          </p:cNvPr>
          <p:cNvSpPr/>
          <p:nvPr/>
        </p:nvSpPr>
        <p:spPr>
          <a:xfrm>
            <a:off x="8778346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EXTERNAL ENVIRONMENT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EEFA61D-716B-1A68-529A-690A9EA26E29}"/>
              </a:ext>
            </a:extLst>
          </p:cNvPr>
          <p:cNvSpPr/>
          <p:nvPr/>
        </p:nvSpPr>
        <p:spPr>
          <a:xfrm>
            <a:off x="12895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8E6693-0669-821C-4712-1D9ED3221342}"/>
              </a:ext>
            </a:extLst>
          </p:cNvPr>
          <p:cNvSpPr/>
          <p:nvPr/>
        </p:nvSpPr>
        <p:spPr>
          <a:xfrm>
            <a:off x="2606418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PEOPLE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4C2FC0-3525-D385-552F-5E9BF98E44F6}"/>
              </a:ext>
            </a:extLst>
          </p:cNvPr>
          <p:cNvSpPr/>
          <p:nvPr/>
        </p:nvSpPr>
        <p:spPr>
          <a:xfrm>
            <a:off x="4663561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THIRD PARTIES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E7C88C-A134-EE18-8920-03BBEDAB0534}"/>
              </a:ext>
            </a:extLst>
          </p:cNvPr>
          <p:cNvSpPr/>
          <p:nvPr/>
        </p:nvSpPr>
        <p:spPr>
          <a:xfrm>
            <a:off x="6717456" y="405401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chemeClr val="tx1"/>
                </a:solidFill>
              </a:rPr>
              <a:t>CHANGE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668276-73F6-0DC4-A48B-ED4E3E016576}"/>
              </a:ext>
            </a:extLst>
          </p:cNvPr>
          <p:cNvSpPr/>
          <p:nvPr/>
        </p:nvSpPr>
        <p:spPr>
          <a:xfrm>
            <a:off x="6717456" y="545278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INNOVATION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3DED429-BA87-405F-F8F6-61607A682527}"/>
              </a:ext>
            </a:extLst>
          </p:cNvPr>
          <p:cNvSpPr/>
          <p:nvPr/>
        </p:nvSpPr>
        <p:spPr>
          <a:xfrm>
            <a:off x="6719888" y="2288863"/>
            <a:ext cx="41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EXECUTION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76E342-202B-E1B2-408A-BF81EE5648BF}"/>
              </a:ext>
            </a:extLst>
          </p:cNvPr>
          <p:cNvSpPr/>
          <p:nvPr/>
        </p:nvSpPr>
        <p:spPr>
          <a:xfrm>
            <a:off x="547688" y="2288248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ENABLERS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0FA01D-A3AD-4017-17D6-D0F1818F43BC}"/>
              </a:ext>
            </a:extLst>
          </p:cNvPr>
          <p:cNvSpPr/>
          <p:nvPr/>
        </p:nvSpPr>
        <p:spPr>
          <a:xfrm>
            <a:off x="10832888" y="2288863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VALUE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53E3C5-FB76-DEDB-6A10-5FE7C013572E}"/>
              </a:ext>
            </a:extLst>
          </p:cNvPr>
          <p:cNvSpPr/>
          <p:nvPr/>
        </p:nvSpPr>
        <p:spPr>
          <a:xfrm>
            <a:off x="547688" y="6851558"/>
            <a:ext cx="164628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ECOMONICS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5966A0-E9A9-9EA9-CA28-F82078B9C6A7}"/>
              </a:ext>
            </a:extLst>
          </p:cNvPr>
          <p:cNvSpPr/>
          <p:nvPr/>
        </p:nvSpPr>
        <p:spPr>
          <a:xfrm>
            <a:off x="4663017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36000" numCol="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Value Creation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Value Delivery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Value Capture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Value Drivers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54750FE-C01A-EC89-F840-149FC27E9A53}"/>
              </a:ext>
            </a:extLst>
          </p:cNvPr>
          <p:cNvSpPr/>
          <p:nvPr/>
        </p:nvSpPr>
        <p:spPr>
          <a:xfrm>
            <a:off x="8778346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Context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Forces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Industry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Dynamics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0CA90B-0F50-1FFD-A898-0120C5021BD2}"/>
              </a:ext>
            </a:extLst>
          </p:cNvPr>
          <p:cNvSpPr/>
          <p:nvPr/>
        </p:nvSpPr>
        <p:spPr>
          <a:xfrm>
            <a:off x="12895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Decision-Making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Accountability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Transparency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tx1"/>
                </a:solidFill>
              </a:rPr>
              <a:t>Compliance</a:t>
            </a:r>
          </a:p>
        </p:txBody>
      </p:sp>
    </p:spTree>
    <p:extLst>
      <p:ext uri="{BB962C8B-B14F-4D97-AF65-F5344CB8AC3E}">
        <p14:creationId xmlns:p14="http://schemas.microsoft.com/office/powerpoint/2010/main" val="2520240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A2C68E-74F2-43B0-25CD-5E3D58ADB0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numCol="1"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3200" dirty="0"/>
              <a:t>Perspective (Strategy, Strategy Execution, Risk Management)</a:t>
            </a:r>
          </a:p>
          <a:p>
            <a:pPr marL="1115568" lvl="1" indent="-457200">
              <a:buFont typeface="Wingdings" panose="05000000000000000000" pitchFamily="2" charset="2"/>
              <a:buChar char="§"/>
            </a:pPr>
            <a:r>
              <a:rPr lang="en-GB" sz="3200" dirty="0"/>
              <a:t>Domain</a:t>
            </a:r>
          </a:p>
          <a:p>
            <a:pPr marL="1773936" lvl="2" indent="-457200">
              <a:buFont typeface="Wingdings" panose="05000000000000000000" pitchFamily="2" charset="2"/>
              <a:buChar char="§"/>
            </a:pPr>
            <a:r>
              <a:rPr lang="en-GB" sz="3200" dirty="0"/>
              <a:t>Dimension</a:t>
            </a:r>
          </a:p>
          <a:p>
            <a:pPr marL="2432304" lvl="3" indent="-457200">
              <a:buFont typeface="Wingdings" panose="05000000000000000000" pitchFamily="2" charset="2"/>
              <a:buChar char="§"/>
            </a:pPr>
            <a:r>
              <a:rPr lang="en-GB" sz="3200" dirty="0"/>
              <a:t>Element</a:t>
            </a:r>
          </a:p>
          <a:p>
            <a:pPr marL="3090672" lvl="4" indent="-457200">
              <a:buFont typeface="Wingdings" panose="05000000000000000000" pitchFamily="2" charset="2"/>
              <a:buChar char="§"/>
            </a:pPr>
            <a:r>
              <a:rPr lang="en-GB" sz="3200" dirty="0"/>
              <a:t>Sub-element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85FC40-9148-96EB-8AD2-B7E2ACE9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Voc Taxonomy Structure</a:t>
            </a:r>
          </a:p>
        </p:txBody>
      </p:sp>
    </p:spTree>
    <p:extLst>
      <p:ext uri="{BB962C8B-B14F-4D97-AF65-F5344CB8AC3E}">
        <p14:creationId xmlns:p14="http://schemas.microsoft.com/office/powerpoint/2010/main" val="299281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7E4B9D-CFE9-4C2F-A951-34C84D6F7461}"/>
              </a:ext>
            </a:extLst>
          </p:cNvPr>
          <p:cNvSpPr/>
          <p:nvPr/>
        </p:nvSpPr>
        <p:spPr>
          <a:xfrm>
            <a:off x="549276" y="3745820"/>
            <a:ext cx="5310187" cy="4526843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Strategy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Strategy Execution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Risk Management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Risk Appetite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OKRs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KPIs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1FC559-EF2A-43A2-92AD-8AC43CC6A71F}"/>
              </a:ext>
            </a:extLst>
          </p:cNvPr>
          <p:cNvSpPr/>
          <p:nvPr/>
        </p:nvSpPr>
        <p:spPr>
          <a:xfrm>
            <a:off x="549275" y="2674938"/>
            <a:ext cx="5310187" cy="8867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>
                <a:latin typeface="+mj-lt"/>
              </a:rPr>
              <a:t>PERSPECTIVES</a:t>
            </a:r>
            <a:endParaRPr lang="en-US" sz="360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42403D-B061-4341-B281-1C92DB8705AD}"/>
              </a:ext>
            </a:extLst>
          </p:cNvPr>
          <p:cNvSpPr/>
          <p:nvPr/>
        </p:nvSpPr>
        <p:spPr>
          <a:xfrm>
            <a:off x="6129339" y="3745820"/>
            <a:ext cx="5310187" cy="4544900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Economics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Enablers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Execution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Value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DF1A8-0970-44CD-8FE0-749760D18F3C}"/>
              </a:ext>
            </a:extLst>
          </p:cNvPr>
          <p:cNvSpPr/>
          <p:nvPr/>
        </p:nvSpPr>
        <p:spPr>
          <a:xfrm>
            <a:off x="6129338" y="2674938"/>
            <a:ext cx="5310187" cy="8867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DOMAINS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438DE7-1177-4100-A3BE-3773C3B8FD84}"/>
              </a:ext>
            </a:extLst>
          </p:cNvPr>
          <p:cNvSpPr/>
          <p:nvPr/>
        </p:nvSpPr>
        <p:spPr>
          <a:xfrm>
            <a:off x="11727851" y="3745819"/>
            <a:ext cx="5310187" cy="4544900"/>
          </a:xfrm>
          <a:prstGeom prst="rect">
            <a:avLst/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36000" numCol="2" rtlCol="0" anchor="ctr"/>
          <a:lstStyle/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Financials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Business Model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External Environment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Governance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Brand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Culture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People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Technology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Third Parties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Innovation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Change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Processes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Products &amp; Services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Annual Results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Strategic Goals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</a:rPr>
              <a:t>Reputation</a:t>
            </a:r>
            <a:endParaRPr lang="en-US" sz="2200" dirty="0">
              <a:solidFill>
                <a:srgbClr val="222222"/>
              </a:solidFill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EBBCFC-7464-4A63-B297-A8D4049D656F}"/>
              </a:ext>
            </a:extLst>
          </p:cNvPr>
          <p:cNvSpPr/>
          <p:nvPr/>
        </p:nvSpPr>
        <p:spPr>
          <a:xfrm>
            <a:off x="11727850" y="2674937"/>
            <a:ext cx="5310187" cy="88673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atin typeface="+mj-lt"/>
              </a:rPr>
              <a:t>DIMENSIONS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2490BE9-B650-F91C-C282-F7BA244C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w Cen MT" panose="020B0602020104020603" pitchFamily="34" charset="0"/>
              </a:rPr>
              <a:t>VOC TAXONOMY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12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58E5-FB0D-67D3-4E22-9AB7B0BA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C877A8-28B5-0579-D06D-282327327A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9275" y="2674938"/>
            <a:ext cx="16459200" cy="5921375"/>
          </a:xfrm>
        </p:spPr>
        <p:txBody>
          <a:bodyPr numCol="1"/>
          <a:lstStyle/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1060A0-A62C-2406-078D-429620FCF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Voc Taxonomy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14F1BE-D8BA-1999-C128-83C7175A1778}"/>
              </a:ext>
            </a:extLst>
          </p:cNvPr>
          <p:cNvSpPr/>
          <p:nvPr/>
        </p:nvSpPr>
        <p:spPr>
          <a:xfrm>
            <a:off x="549275" y="2674938"/>
            <a:ext cx="5220000" cy="585955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3200" dirty="0">
                <a:solidFill>
                  <a:schemeClr val="tx1"/>
                </a:solidFill>
                <a:latin typeface="+mj-lt"/>
              </a:rPr>
              <a:t>Domains</a:t>
            </a:r>
          </a:p>
          <a:p>
            <a:endParaRPr lang="en-GB" sz="3200" dirty="0">
              <a:solidFill>
                <a:schemeClr val="tx1"/>
              </a:solidFill>
              <a:latin typeface="+mj-lt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Economics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Enablers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Execution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chemeClr val="tx1"/>
                </a:solidFill>
              </a:rPr>
              <a:t>Value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GB" sz="3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29B291-D6C8-0ECA-8ECC-6167D845243A}"/>
              </a:ext>
            </a:extLst>
          </p:cNvPr>
          <p:cNvSpPr/>
          <p:nvPr/>
        </p:nvSpPr>
        <p:spPr>
          <a:xfrm>
            <a:off x="6168875" y="2674938"/>
            <a:ext cx="5220000" cy="585955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sz="2800" dirty="0">
                <a:solidFill>
                  <a:schemeClr val="tx1"/>
                </a:solidFill>
              </a:rPr>
              <a:t>Dimensions</a:t>
            </a:r>
          </a:p>
          <a:p>
            <a:endParaRPr lang="en-GB" sz="2800" dirty="0">
              <a:solidFill>
                <a:schemeClr val="tx1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Financials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Business Model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External Environment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Governance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Brand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Culture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People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Technology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Third Parties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Innovation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Change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Processes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Products &amp; Services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Annual Results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Strategic Goals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tx1"/>
                </a:solidFill>
              </a:rPr>
              <a:t>Reputation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F4EF45-FF26-0F04-C93C-90B908910333}"/>
              </a:ext>
            </a:extLst>
          </p:cNvPr>
          <p:cNvSpPr/>
          <p:nvPr/>
        </p:nvSpPr>
        <p:spPr>
          <a:xfrm>
            <a:off x="11788475" y="2674938"/>
            <a:ext cx="5220000" cy="585955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751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E8E91-95CF-720F-3597-D1AA11975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F88315-AD20-6CFE-FFB0-BE33BEA6B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774587"/>
            <a:ext cx="16459200" cy="1440000"/>
          </a:xfrm>
        </p:spPr>
        <p:txBody>
          <a:bodyPr/>
          <a:lstStyle/>
          <a:p>
            <a:r>
              <a:rPr lang="en-GB" sz="6600" dirty="0"/>
              <a:t>VALUE orchestration CANVAS (VOC)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9A81ED-C692-0A8F-3DD6-F81CF07827EE}"/>
              </a:ext>
            </a:extLst>
          </p:cNvPr>
          <p:cNvSpPr/>
          <p:nvPr/>
        </p:nvSpPr>
        <p:spPr>
          <a:xfrm>
            <a:off x="5476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BRAND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4079AF-E05F-B42F-9B7B-8E0F26B1C053}"/>
              </a:ext>
            </a:extLst>
          </p:cNvPr>
          <p:cNvSpPr/>
          <p:nvPr/>
        </p:nvSpPr>
        <p:spPr>
          <a:xfrm>
            <a:off x="4663561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DA010-B90A-CACE-90D3-4BAC11C14D59}"/>
              </a:ext>
            </a:extLst>
          </p:cNvPr>
          <p:cNvSpPr/>
          <p:nvPr/>
        </p:nvSpPr>
        <p:spPr>
          <a:xfrm>
            <a:off x="6720704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PROCESSES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AF512-FD8A-DDB2-FF37-C774051D6D39}"/>
              </a:ext>
            </a:extLst>
          </p:cNvPr>
          <p:cNvSpPr/>
          <p:nvPr/>
        </p:nvSpPr>
        <p:spPr>
          <a:xfrm>
            <a:off x="8777847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PRODUCTS &amp;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29196D-890A-056E-81C0-E7B617CE0167}"/>
              </a:ext>
            </a:extLst>
          </p:cNvPr>
          <p:cNvSpPr/>
          <p:nvPr/>
        </p:nvSpPr>
        <p:spPr>
          <a:xfrm>
            <a:off x="10834990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ANNUAL 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3FBBB9-AFAE-CAFC-29E9-9EE4F43D7ED5}"/>
              </a:ext>
            </a:extLst>
          </p:cNvPr>
          <p:cNvSpPr/>
          <p:nvPr/>
        </p:nvSpPr>
        <p:spPr>
          <a:xfrm>
            <a:off x="12892133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STRATEGIC GOALS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A33360-80F4-E994-6950-DFD458AFD7C3}"/>
              </a:ext>
            </a:extLst>
          </p:cNvPr>
          <p:cNvSpPr/>
          <p:nvPr/>
        </p:nvSpPr>
        <p:spPr>
          <a:xfrm>
            <a:off x="149512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REPUTATION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FF3BD5-13F4-5554-9B7B-C4D778315E77}"/>
              </a:ext>
            </a:extLst>
          </p:cNvPr>
          <p:cNvSpPr/>
          <p:nvPr/>
        </p:nvSpPr>
        <p:spPr>
          <a:xfrm>
            <a:off x="2606418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2BFA9A-33DC-D72D-86D2-1CEB06766F7B}"/>
              </a:ext>
            </a:extLst>
          </p:cNvPr>
          <p:cNvSpPr/>
          <p:nvPr/>
        </p:nvSpPr>
        <p:spPr>
          <a:xfrm>
            <a:off x="4663561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4</a:t>
            </a:r>
          </a:p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90431-6151-364E-C3B4-CA4A667DCEEF}"/>
              </a:ext>
            </a:extLst>
          </p:cNvPr>
          <p:cNvSpPr/>
          <p:nvPr/>
        </p:nvSpPr>
        <p:spPr>
          <a:xfrm>
            <a:off x="6720704" y="302163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7F7B97-DA91-39D2-0B5B-1F0A0B292F8C}"/>
              </a:ext>
            </a:extLst>
          </p:cNvPr>
          <p:cNvSpPr/>
          <p:nvPr/>
        </p:nvSpPr>
        <p:spPr>
          <a:xfrm>
            <a:off x="8777847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341E27-4155-C5C5-1642-AC6136F91892}"/>
              </a:ext>
            </a:extLst>
          </p:cNvPr>
          <p:cNvSpPr/>
          <p:nvPr/>
        </p:nvSpPr>
        <p:spPr>
          <a:xfrm>
            <a:off x="2606418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174C1B-3FB7-81EB-BE92-CCF5098EA0D3}"/>
              </a:ext>
            </a:extLst>
          </p:cNvPr>
          <p:cNvSpPr/>
          <p:nvPr/>
        </p:nvSpPr>
        <p:spPr>
          <a:xfrm>
            <a:off x="547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869AB1-575D-ABA8-C414-ED2ECB53593D}"/>
              </a:ext>
            </a:extLst>
          </p:cNvPr>
          <p:cNvSpPr/>
          <p:nvPr/>
        </p:nvSpPr>
        <p:spPr>
          <a:xfrm>
            <a:off x="4663561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B8511D-552F-C4E5-529D-701B45089C90}"/>
              </a:ext>
            </a:extLst>
          </p:cNvPr>
          <p:cNvSpPr/>
          <p:nvPr/>
        </p:nvSpPr>
        <p:spPr>
          <a:xfrm>
            <a:off x="6720704" y="442040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B9AA86-8A51-77AA-7637-D1169E3643BA}"/>
              </a:ext>
            </a:extLst>
          </p:cNvPr>
          <p:cNvSpPr/>
          <p:nvPr/>
        </p:nvSpPr>
        <p:spPr>
          <a:xfrm>
            <a:off x="10834990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26A9028-223C-05BF-3B81-30A6438F6EC7}"/>
              </a:ext>
            </a:extLst>
          </p:cNvPr>
          <p:cNvSpPr/>
          <p:nvPr/>
        </p:nvSpPr>
        <p:spPr>
          <a:xfrm>
            <a:off x="12893139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B4D95-9FF0-B908-0427-7CC6513908F9}"/>
              </a:ext>
            </a:extLst>
          </p:cNvPr>
          <p:cNvSpPr/>
          <p:nvPr/>
        </p:nvSpPr>
        <p:spPr>
          <a:xfrm>
            <a:off x="14951288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12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2DC74D-B358-B8D6-2638-75C8514E93F8}"/>
              </a:ext>
            </a:extLst>
          </p:cNvPr>
          <p:cNvSpPr/>
          <p:nvPr/>
        </p:nvSpPr>
        <p:spPr>
          <a:xfrm>
            <a:off x="6717456" y="581917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B219A8-6529-FEEF-ACD7-0D7CDA5E9ED9}"/>
              </a:ext>
            </a:extLst>
          </p:cNvPr>
          <p:cNvSpPr/>
          <p:nvPr/>
        </p:nvSpPr>
        <p:spPr>
          <a:xfrm>
            <a:off x="260641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CULTURE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3E2342-64BE-7F97-0B81-20FC7E06F95C}"/>
              </a:ext>
            </a:extLst>
          </p:cNvPr>
          <p:cNvSpPr/>
          <p:nvPr/>
        </p:nvSpPr>
        <p:spPr>
          <a:xfrm>
            <a:off x="547688" y="3021633"/>
            <a:ext cx="2059200" cy="382282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E37E442-7D96-328F-1E04-FE1CEB4DF12C}"/>
              </a:ext>
            </a:extLst>
          </p:cNvPr>
          <p:cNvSpPr/>
          <p:nvPr/>
        </p:nvSpPr>
        <p:spPr>
          <a:xfrm>
            <a:off x="547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FINANCIALS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944DCB-C980-887E-5636-4323B64C32FC}"/>
              </a:ext>
            </a:extLst>
          </p:cNvPr>
          <p:cNvSpPr/>
          <p:nvPr/>
        </p:nvSpPr>
        <p:spPr>
          <a:xfrm>
            <a:off x="4663017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BUSINESS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00865E-32F2-CE3B-9374-A560C81DA975}"/>
              </a:ext>
            </a:extLst>
          </p:cNvPr>
          <p:cNvSpPr/>
          <p:nvPr/>
        </p:nvSpPr>
        <p:spPr>
          <a:xfrm>
            <a:off x="8778346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EXTERNAL ENVIRONMENT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DB61F15-8E30-5B63-D1F6-55A16EFEDE91}"/>
              </a:ext>
            </a:extLst>
          </p:cNvPr>
          <p:cNvSpPr/>
          <p:nvPr/>
        </p:nvSpPr>
        <p:spPr>
          <a:xfrm>
            <a:off x="12895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E64541-540B-D441-8B62-B64333D2FCC6}"/>
              </a:ext>
            </a:extLst>
          </p:cNvPr>
          <p:cNvSpPr/>
          <p:nvPr/>
        </p:nvSpPr>
        <p:spPr>
          <a:xfrm>
            <a:off x="2606418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PEOPLE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323E98-3ED5-EA34-F0D8-468071EC7ACA}"/>
              </a:ext>
            </a:extLst>
          </p:cNvPr>
          <p:cNvSpPr/>
          <p:nvPr/>
        </p:nvSpPr>
        <p:spPr>
          <a:xfrm>
            <a:off x="4663561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THIRD PARTIES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784EE0-6318-65D4-617C-4E4CFFA6F3C7}"/>
              </a:ext>
            </a:extLst>
          </p:cNvPr>
          <p:cNvSpPr/>
          <p:nvPr/>
        </p:nvSpPr>
        <p:spPr>
          <a:xfrm>
            <a:off x="6717456" y="405401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chemeClr val="tx1"/>
                </a:solidFill>
              </a:rPr>
              <a:t>CHANGE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C555EC-C7B8-1ACE-4517-05E9493A72F8}"/>
              </a:ext>
            </a:extLst>
          </p:cNvPr>
          <p:cNvSpPr/>
          <p:nvPr/>
        </p:nvSpPr>
        <p:spPr>
          <a:xfrm>
            <a:off x="6717456" y="545278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INNOVATION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10496B7-290E-1791-879F-B3ED055223F7}"/>
              </a:ext>
            </a:extLst>
          </p:cNvPr>
          <p:cNvSpPr/>
          <p:nvPr/>
        </p:nvSpPr>
        <p:spPr>
          <a:xfrm>
            <a:off x="6719888" y="2288863"/>
            <a:ext cx="41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EXECUTION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00EDC9-2041-1F69-2D23-ECDC17CBED21}"/>
              </a:ext>
            </a:extLst>
          </p:cNvPr>
          <p:cNvSpPr/>
          <p:nvPr/>
        </p:nvSpPr>
        <p:spPr>
          <a:xfrm>
            <a:off x="547688" y="2288248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ENABLERS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5B5AF57-ECE4-A30C-FFF9-97BDD20AEED4}"/>
              </a:ext>
            </a:extLst>
          </p:cNvPr>
          <p:cNvSpPr/>
          <p:nvPr/>
        </p:nvSpPr>
        <p:spPr>
          <a:xfrm>
            <a:off x="10832888" y="2288863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VALUE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9DAE96-5713-86DC-F8AA-D03633B113EF}"/>
              </a:ext>
            </a:extLst>
          </p:cNvPr>
          <p:cNvSpPr/>
          <p:nvPr/>
        </p:nvSpPr>
        <p:spPr>
          <a:xfrm>
            <a:off x="547688" y="6851558"/>
            <a:ext cx="164628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ECOMONICS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76A754-33E7-EC8C-82A4-26BB0F29AFEE}"/>
              </a:ext>
            </a:extLst>
          </p:cNvPr>
          <p:cNvSpPr/>
          <p:nvPr/>
        </p:nvSpPr>
        <p:spPr>
          <a:xfrm>
            <a:off x="4663017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5C18954-3A47-3E15-2450-6855D347815E}"/>
              </a:ext>
            </a:extLst>
          </p:cNvPr>
          <p:cNvSpPr/>
          <p:nvPr/>
        </p:nvSpPr>
        <p:spPr>
          <a:xfrm>
            <a:off x="8778346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3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CF817C-5888-1513-7EB4-81B3E055BE57}"/>
              </a:ext>
            </a:extLst>
          </p:cNvPr>
          <p:cNvSpPr/>
          <p:nvPr/>
        </p:nvSpPr>
        <p:spPr>
          <a:xfrm>
            <a:off x="12895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r>
              <a:rPr lang="en-GB" sz="4800" dirty="0">
                <a:solidFill>
                  <a:schemeClr val="bg1">
                    <a:lumMod val="8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32191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66BD-4348-191D-8A5B-6FF121E5C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EE0295-9752-F553-79DF-9CD88DDC5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774587"/>
            <a:ext cx="16459200" cy="1440000"/>
          </a:xfrm>
        </p:spPr>
        <p:txBody>
          <a:bodyPr/>
          <a:lstStyle/>
          <a:p>
            <a:r>
              <a:rPr lang="en-GB" dirty="0"/>
              <a:t>VALUE orchestration CANVAS (VOC)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D9FC70-B74B-D8D0-6EA2-A889655F94D5}"/>
              </a:ext>
            </a:extLst>
          </p:cNvPr>
          <p:cNvSpPr/>
          <p:nvPr/>
        </p:nvSpPr>
        <p:spPr>
          <a:xfrm>
            <a:off x="5476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BRAND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36D46-5BE8-A6AD-68B2-94FFAF492D11}"/>
              </a:ext>
            </a:extLst>
          </p:cNvPr>
          <p:cNvSpPr/>
          <p:nvPr/>
        </p:nvSpPr>
        <p:spPr>
          <a:xfrm>
            <a:off x="4663561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C078A-3281-25CE-37AA-164497B87B2D}"/>
              </a:ext>
            </a:extLst>
          </p:cNvPr>
          <p:cNvSpPr/>
          <p:nvPr/>
        </p:nvSpPr>
        <p:spPr>
          <a:xfrm>
            <a:off x="6720704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PROCESSES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253559-1D2B-0A2D-0D27-0D8F7FD942D8}"/>
              </a:ext>
            </a:extLst>
          </p:cNvPr>
          <p:cNvSpPr/>
          <p:nvPr/>
        </p:nvSpPr>
        <p:spPr>
          <a:xfrm>
            <a:off x="8777847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PRODUCTS &amp;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29596C-BC12-D10C-181B-CB94652AD3E9}"/>
              </a:ext>
            </a:extLst>
          </p:cNvPr>
          <p:cNvSpPr/>
          <p:nvPr/>
        </p:nvSpPr>
        <p:spPr>
          <a:xfrm>
            <a:off x="10834990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ANNUAL 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2C920A-CA15-0128-A24F-F20D73BCCE47}"/>
              </a:ext>
            </a:extLst>
          </p:cNvPr>
          <p:cNvSpPr/>
          <p:nvPr/>
        </p:nvSpPr>
        <p:spPr>
          <a:xfrm>
            <a:off x="12892133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STRATEGIC GOALS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9651B5-0FD7-39F4-F362-FC0332C63C5E}"/>
              </a:ext>
            </a:extLst>
          </p:cNvPr>
          <p:cNvSpPr/>
          <p:nvPr/>
        </p:nvSpPr>
        <p:spPr>
          <a:xfrm>
            <a:off x="149512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REPUTATION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CDE09-065A-FADA-3011-B307A15C3C09}"/>
              </a:ext>
            </a:extLst>
          </p:cNvPr>
          <p:cNvSpPr/>
          <p:nvPr/>
        </p:nvSpPr>
        <p:spPr>
          <a:xfrm>
            <a:off x="2606418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2AC83D-7A03-6A3F-8E6B-5C50C65B3BBD}"/>
              </a:ext>
            </a:extLst>
          </p:cNvPr>
          <p:cNvSpPr/>
          <p:nvPr/>
        </p:nvSpPr>
        <p:spPr>
          <a:xfrm>
            <a:off x="4663561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CCFDB1-F32D-D965-1564-5533D062CF16}"/>
              </a:ext>
            </a:extLst>
          </p:cNvPr>
          <p:cNvSpPr/>
          <p:nvPr/>
        </p:nvSpPr>
        <p:spPr>
          <a:xfrm>
            <a:off x="6720704" y="302163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720225-8E48-F0BE-2615-35A43A0E8FE1}"/>
              </a:ext>
            </a:extLst>
          </p:cNvPr>
          <p:cNvSpPr/>
          <p:nvPr/>
        </p:nvSpPr>
        <p:spPr>
          <a:xfrm>
            <a:off x="8777847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A3998F-A031-4DB8-FF4F-BF1E2F4416F5}"/>
              </a:ext>
            </a:extLst>
          </p:cNvPr>
          <p:cNvSpPr/>
          <p:nvPr/>
        </p:nvSpPr>
        <p:spPr>
          <a:xfrm>
            <a:off x="2606418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1D4A79-CD24-AE9F-9AEF-97EF9F11D6F6}"/>
              </a:ext>
            </a:extLst>
          </p:cNvPr>
          <p:cNvSpPr/>
          <p:nvPr/>
        </p:nvSpPr>
        <p:spPr>
          <a:xfrm>
            <a:off x="547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143E22-EF39-2971-DCE2-FFEEE7E13C92}"/>
              </a:ext>
            </a:extLst>
          </p:cNvPr>
          <p:cNvSpPr/>
          <p:nvPr/>
        </p:nvSpPr>
        <p:spPr>
          <a:xfrm>
            <a:off x="4663561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573DA6-8057-D027-B65D-515144970EC4}"/>
              </a:ext>
            </a:extLst>
          </p:cNvPr>
          <p:cNvSpPr/>
          <p:nvPr/>
        </p:nvSpPr>
        <p:spPr>
          <a:xfrm>
            <a:off x="6720704" y="442040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B6F50C-4783-A69F-69FA-3643612E297F}"/>
              </a:ext>
            </a:extLst>
          </p:cNvPr>
          <p:cNvSpPr/>
          <p:nvPr/>
        </p:nvSpPr>
        <p:spPr>
          <a:xfrm>
            <a:off x="10834990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10954F-0048-609A-3407-25B73D9C59EE}"/>
              </a:ext>
            </a:extLst>
          </p:cNvPr>
          <p:cNvSpPr/>
          <p:nvPr/>
        </p:nvSpPr>
        <p:spPr>
          <a:xfrm>
            <a:off x="12893139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07CC32-4A3C-3667-193E-C72FE427A88F}"/>
              </a:ext>
            </a:extLst>
          </p:cNvPr>
          <p:cNvSpPr/>
          <p:nvPr/>
        </p:nvSpPr>
        <p:spPr>
          <a:xfrm>
            <a:off x="14951288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06BB09-DF8C-E9C8-EC83-1ED3441A3282}"/>
              </a:ext>
            </a:extLst>
          </p:cNvPr>
          <p:cNvSpPr/>
          <p:nvPr/>
        </p:nvSpPr>
        <p:spPr>
          <a:xfrm>
            <a:off x="6717456" y="581917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01EEFC-2178-77E3-5D90-0E6D8C59D789}"/>
              </a:ext>
            </a:extLst>
          </p:cNvPr>
          <p:cNvSpPr/>
          <p:nvPr/>
        </p:nvSpPr>
        <p:spPr>
          <a:xfrm>
            <a:off x="260641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CULTURE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5DDEB5-211A-32BC-D586-46657028624F}"/>
              </a:ext>
            </a:extLst>
          </p:cNvPr>
          <p:cNvSpPr/>
          <p:nvPr/>
        </p:nvSpPr>
        <p:spPr>
          <a:xfrm>
            <a:off x="547688" y="3021633"/>
            <a:ext cx="2059200" cy="382282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ACE50B7-AA8F-F3A1-38D6-203E9BEF8B06}"/>
              </a:ext>
            </a:extLst>
          </p:cNvPr>
          <p:cNvSpPr/>
          <p:nvPr/>
        </p:nvSpPr>
        <p:spPr>
          <a:xfrm>
            <a:off x="547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FINANCIALS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1401FF-493E-56CC-3119-55FD5CD5F5C3}"/>
              </a:ext>
            </a:extLst>
          </p:cNvPr>
          <p:cNvSpPr/>
          <p:nvPr/>
        </p:nvSpPr>
        <p:spPr>
          <a:xfrm>
            <a:off x="4663017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BUSINESS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121124-DB33-F67E-20F5-270337F97D54}"/>
              </a:ext>
            </a:extLst>
          </p:cNvPr>
          <p:cNvSpPr/>
          <p:nvPr/>
        </p:nvSpPr>
        <p:spPr>
          <a:xfrm>
            <a:off x="8778346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EXTERNAL ENVIRONMENT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B62280-BBA6-2A85-E477-FBD567356238}"/>
              </a:ext>
            </a:extLst>
          </p:cNvPr>
          <p:cNvSpPr/>
          <p:nvPr/>
        </p:nvSpPr>
        <p:spPr>
          <a:xfrm>
            <a:off x="12895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7EBC94-7F8B-1A14-1DFC-E6A95E9934AE}"/>
              </a:ext>
            </a:extLst>
          </p:cNvPr>
          <p:cNvSpPr/>
          <p:nvPr/>
        </p:nvSpPr>
        <p:spPr>
          <a:xfrm>
            <a:off x="2606418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PEOPLE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660EC8B-A2B0-0D15-44B9-B14E2843128D}"/>
              </a:ext>
            </a:extLst>
          </p:cNvPr>
          <p:cNvSpPr/>
          <p:nvPr/>
        </p:nvSpPr>
        <p:spPr>
          <a:xfrm>
            <a:off x="4663561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THIRD PARTIES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4882B7-B555-8C23-5E5A-D9B7097FC8E8}"/>
              </a:ext>
            </a:extLst>
          </p:cNvPr>
          <p:cNvSpPr/>
          <p:nvPr/>
        </p:nvSpPr>
        <p:spPr>
          <a:xfrm>
            <a:off x="6717456" y="405401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chemeClr val="tx1"/>
                </a:solidFill>
              </a:rPr>
              <a:t>CHANGE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F05CEF-16AD-8E64-066B-968DCD912C94}"/>
              </a:ext>
            </a:extLst>
          </p:cNvPr>
          <p:cNvSpPr/>
          <p:nvPr/>
        </p:nvSpPr>
        <p:spPr>
          <a:xfrm>
            <a:off x="6717456" y="545278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INNOVATION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A752B71-FE3A-ECB2-DC1A-8988F4364DDD}"/>
              </a:ext>
            </a:extLst>
          </p:cNvPr>
          <p:cNvSpPr/>
          <p:nvPr/>
        </p:nvSpPr>
        <p:spPr>
          <a:xfrm>
            <a:off x="6719888" y="2288863"/>
            <a:ext cx="41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EXECUTION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7FA139-588A-7EF9-8B24-41FAC6DB6AA6}"/>
              </a:ext>
            </a:extLst>
          </p:cNvPr>
          <p:cNvSpPr/>
          <p:nvPr/>
        </p:nvSpPr>
        <p:spPr>
          <a:xfrm>
            <a:off x="547688" y="2288248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ENABLERS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D0E171-244B-23AF-BDF2-482E56CAA669}"/>
              </a:ext>
            </a:extLst>
          </p:cNvPr>
          <p:cNvSpPr/>
          <p:nvPr/>
        </p:nvSpPr>
        <p:spPr>
          <a:xfrm>
            <a:off x="10832888" y="2288863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VALUE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70799E-3C53-DAB7-B8B9-413B7513E46B}"/>
              </a:ext>
            </a:extLst>
          </p:cNvPr>
          <p:cNvSpPr/>
          <p:nvPr/>
        </p:nvSpPr>
        <p:spPr>
          <a:xfrm>
            <a:off x="547688" y="6851558"/>
            <a:ext cx="164628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ECOMONICS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5841E11-7538-3A6F-2F11-18D8D899FD42}"/>
              </a:ext>
            </a:extLst>
          </p:cNvPr>
          <p:cNvSpPr/>
          <p:nvPr/>
        </p:nvSpPr>
        <p:spPr>
          <a:xfrm>
            <a:off x="4663017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9B19E98-F23C-BE56-0D3D-040CC961745D}"/>
              </a:ext>
            </a:extLst>
          </p:cNvPr>
          <p:cNvSpPr/>
          <p:nvPr/>
        </p:nvSpPr>
        <p:spPr>
          <a:xfrm>
            <a:off x="8778346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E958FE7-93A1-02E5-7FCB-1184ABC8EA49}"/>
              </a:ext>
            </a:extLst>
          </p:cNvPr>
          <p:cNvSpPr/>
          <p:nvPr/>
        </p:nvSpPr>
        <p:spPr>
          <a:xfrm>
            <a:off x="12895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GB" sz="48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0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471326-956E-8FC0-BAF4-D8CFF41FF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32540"/>
            <a:ext cx="17575330" cy="68104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1991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62A6BE-EA82-E981-73D7-927B39EF1A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9881A2D-0541-398E-A781-DACBF259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AA19D63-F02B-9AC5-DD58-CE2ACF392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0709571"/>
              </p:ext>
            </p:extLst>
          </p:nvPr>
        </p:nvGraphicFramePr>
        <p:xfrm>
          <a:off x="547689" y="2214587"/>
          <a:ext cx="16459200" cy="6395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8688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93F6A-D258-246F-3F04-C1E62EDD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D83F3A-CEB3-923D-8D28-89F3733B5F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9275" y="2674938"/>
            <a:ext cx="16459200" cy="59213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B8C83E-6D2D-FEAB-2761-BFAFBC0A5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ORCHESTRATION TAXONOMY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2667C3-3B1A-A6AE-F744-6CE47839DA67}"/>
              </a:ext>
            </a:extLst>
          </p:cNvPr>
          <p:cNvSpPr/>
          <p:nvPr/>
        </p:nvSpPr>
        <p:spPr>
          <a:xfrm>
            <a:off x="7597595" y="3394938"/>
            <a:ext cx="288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Value Orchestration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799AC-6BC3-D260-4058-3BC93A7C4BA7}"/>
              </a:ext>
            </a:extLst>
          </p:cNvPr>
          <p:cNvSpPr/>
          <p:nvPr/>
        </p:nvSpPr>
        <p:spPr>
          <a:xfrm>
            <a:off x="54927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Financials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99817E-A084-85AC-2150-9FA91119D640}"/>
              </a:ext>
            </a:extLst>
          </p:cNvPr>
          <p:cNvSpPr/>
          <p:nvPr/>
        </p:nvSpPr>
        <p:spPr>
          <a:xfrm>
            <a:off x="158415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Business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4B5583-2A18-9614-5D68-DD5283146695}"/>
              </a:ext>
            </a:extLst>
          </p:cNvPr>
          <p:cNvSpPr/>
          <p:nvPr/>
        </p:nvSpPr>
        <p:spPr>
          <a:xfrm>
            <a:off x="261903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External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094AD7-6C15-C43E-8D5D-DADD623C0ABD}"/>
              </a:ext>
            </a:extLst>
          </p:cNvPr>
          <p:cNvSpPr/>
          <p:nvPr/>
        </p:nvSpPr>
        <p:spPr>
          <a:xfrm>
            <a:off x="365391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200" b="1"/>
              <a:t>Governance</a:t>
            </a:r>
            <a:endParaRPr lang="en-GB" sz="12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6984F7-664E-8432-3F7B-99430E019654}"/>
              </a:ext>
            </a:extLst>
          </p:cNvPr>
          <p:cNvSpPr/>
          <p:nvPr/>
        </p:nvSpPr>
        <p:spPr>
          <a:xfrm>
            <a:off x="572367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200" b="1"/>
              <a:t>Culture</a:t>
            </a:r>
            <a:endParaRPr lang="en-GB" sz="12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43CFB0-3397-35DB-5289-3550FEA3351E}"/>
              </a:ext>
            </a:extLst>
          </p:cNvPr>
          <p:cNvSpPr/>
          <p:nvPr/>
        </p:nvSpPr>
        <p:spPr>
          <a:xfrm>
            <a:off x="675855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200" b="1"/>
              <a:t>People</a:t>
            </a:r>
            <a:endParaRPr lang="en-GB" sz="12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28B808-2AAC-9237-31D9-55F62735E28A}"/>
              </a:ext>
            </a:extLst>
          </p:cNvPr>
          <p:cNvSpPr/>
          <p:nvPr/>
        </p:nvSpPr>
        <p:spPr>
          <a:xfrm>
            <a:off x="779343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200" b="1"/>
              <a:t>Technology</a:t>
            </a:r>
            <a:endParaRPr lang="en-GB" sz="1200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ED7DEF-8EF4-C578-3DD1-82D4A4807A0C}"/>
              </a:ext>
            </a:extLst>
          </p:cNvPr>
          <p:cNvSpPr/>
          <p:nvPr/>
        </p:nvSpPr>
        <p:spPr>
          <a:xfrm>
            <a:off x="882831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200" b="1"/>
              <a:t>Third Parties</a:t>
            </a:r>
            <a:endParaRPr lang="en-GB" sz="120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9B36C8-EF32-DFBB-2460-650A1558F8BE}"/>
              </a:ext>
            </a:extLst>
          </p:cNvPr>
          <p:cNvSpPr/>
          <p:nvPr/>
        </p:nvSpPr>
        <p:spPr>
          <a:xfrm>
            <a:off x="986319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200" b="1" dirty="0"/>
              <a:t>Processes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CA9AC6-B8AA-8DA2-D1E3-83EB435A8DA1}"/>
              </a:ext>
            </a:extLst>
          </p:cNvPr>
          <p:cNvSpPr/>
          <p:nvPr/>
        </p:nvSpPr>
        <p:spPr>
          <a:xfrm>
            <a:off x="1089807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Change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30FDF8-2BC7-282D-60EF-A19085348398}"/>
              </a:ext>
            </a:extLst>
          </p:cNvPr>
          <p:cNvSpPr/>
          <p:nvPr/>
        </p:nvSpPr>
        <p:spPr>
          <a:xfrm>
            <a:off x="1193295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Innovation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4CC586-3112-E2E7-7B5C-EB5829353FC3}"/>
              </a:ext>
            </a:extLst>
          </p:cNvPr>
          <p:cNvSpPr/>
          <p:nvPr/>
        </p:nvSpPr>
        <p:spPr>
          <a:xfrm>
            <a:off x="1296783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Products &amp; Services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CEB1FD-7F87-F603-0DDA-C9F080961C9E}"/>
              </a:ext>
            </a:extLst>
          </p:cNvPr>
          <p:cNvSpPr/>
          <p:nvPr/>
        </p:nvSpPr>
        <p:spPr>
          <a:xfrm>
            <a:off x="1400271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Annual 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CCC391-5ACD-ABFD-7D15-29A9400DE0B2}"/>
              </a:ext>
            </a:extLst>
          </p:cNvPr>
          <p:cNvSpPr/>
          <p:nvPr/>
        </p:nvSpPr>
        <p:spPr>
          <a:xfrm>
            <a:off x="1503759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Strategic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083106-F08C-079F-FF9C-5BAEADB71E13}"/>
              </a:ext>
            </a:extLst>
          </p:cNvPr>
          <p:cNvSpPr/>
          <p:nvPr/>
        </p:nvSpPr>
        <p:spPr>
          <a:xfrm>
            <a:off x="1607247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200" b="1" dirty="0"/>
              <a:t>Reputation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A5E1C1-8FA3-7F04-D1EE-7ECF904ACD10}"/>
              </a:ext>
            </a:extLst>
          </p:cNvPr>
          <p:cNvSpPr/>
          <p:nvPr/>
        </p:nvSpPr>
        <p:spPr>
          <a:xfrm>
            <a:off x="1280194" y="5282593"/>
            <a:ext cx="189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ECONOMICS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7BEA0CB-A20F-B138-59CF-0FAF4EC17646}"/>
              </a:ext>
            </a:extLst>
          </p:cNvPr>
          <p:cNvCxnSpPr>
            <a:cxnSpLocks/>
            <a:stCxn id="21" idx="2"/>
            <a:endCxn id="5" idx="0"/>
          </p:cNvCxnSpPr>
          <p:nvPr/>
        </p:nvCxnSpPr>
        <p:spPr>
          <a:xfrm rot="5400000">
            <a:off x="1037408" y="5982461"/>
            <a:ext cx="1167654" cy="12079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24DE79C-D9E0-4E40-BC13-6935A6C7C829}"/>
              </a:ext>
            </a:extLst>
          </p:cNvPr>
          <p:cNvCxnSpPr>
            <a:cxnSpLocks/>
            <a:stCxn id="21" idx="2"/>
            <a:endCxn id="6" idx="0"/>
          </p:cNvCxnSpPr>
          <p:nvPr/>
        </p:nvCxnSpPr>
        <p:spPr>
          <a:xfrm rot="5400000">
            <a:off x="1554848" y="6499901"/>
            <a:ext cx="1167654" cy="17303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FF236AF6-AB70-7337-96D7-B5F3F2057861}"/>
              </a:ext>
            </a:extLst>
          </p:cNvPr>
          <p:cNvCxnSpPr>
            <a:cxnSpLocks/>
            <a:stCxn id="21" idx="2"/>
            <a:endCxn id="7" idx="0"/>
          </p:cNvCxnSpPr>
          <p:nvPr/>
        </p:nvCxnSpPr>
        <p:spPr>
          <a:xfrm rot="16200000" flipH="1">
            <a:off x="2072287" y="6155499"/>
            <a:ext cx="1167654" cy="86184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801C98C2-5954-BD7F-C49E-606283ABD680}"/>
              </a:ext>
            </a:extLst>
          </p:cNvPr>
          <p:cNvCxnSpPr>
            <a:cxnSpLocks/>
            <a:stCxn id="21" idx="2"/>
            <a:endCxn id="8" idx="0"/>
          </p:cNvCxnSpPr>
          <p:nvPr/>
        </p:nvCxnSpPr>
        <p:spPr>
          <a:xfrm rot="16200000" flipH="1">
            <a:off x="2589727" y="5638059"/>
            <a:ext cx="1167654" cy="189672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599E4CC-B03A-1946-74E8-B07C07E150B7}"/>
              </a:ext>
            </a:extLst>
          </p:cNvPr>
          <p:cNvSpPr/>
          <p:nvPr/>
        </p:nvSpPr>
        <p:spPr>
          <a:xfrm>
            <a:off x="5651896" y="5282593"/>
            <a:ext cx="189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ENABLERS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7E5751B9-34A9-312B-C485-D7D484D49E97}"/>
              </a:ext>
            </a:extLst>
          </p:cNvPr>
          <p:cNvCxnSpPr>
            <a:cxnSpLocks/>
            <a:stCxn id="39" idx="2"/>
            <a:endCxn id="9" idx="0"/>
          </p:cNvCxnSpPr>
          <p:nvPr/>
        </p:nvCxnSpPr>
        <p:spPr>
          <a:xfrm rot="5400000">
            <a:off x="5810459" y="6383810"/>
            <a:ext cx="1167654" cy="40522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D15F55CA-1DC3-571C-6A13-44831F7A7D69}"/>
              </a:ext>
            </a:extLst>
          </p:cNvPr>
          <p:cNvCxnSpPr>
            <a:cxnSpLocks/>
            <a:stCxn id="39" idx="2"/>
            <a:endCxn id="10" idx="0"/>
          </p:cNvCxnSpPr>
          <p:nvPr/>
        </p:nvCxnSpPr>
        <p:spPr>
          <a:xfrm rot="16200000" flipH="1">
            <a:off x="6327898" y="6271590"/>
            <a:ext cx="1167654" cy="62965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AFC9026-6678-6995-6DF6-734E8981D43A}"/>
              </a:ext>
            </a:extLst>
          </p:cNvPr>
          <p:cNvCxnSpPr>
            <a:cxnSpLocks/>
            <a:stCxn id="39" idx="2"/>
            <a:endCxn id="11" idx="0"/>
          </p:cNvCxnSpPr>
          <p:nvPr/>
        </p:nvCxnSpPr>
        <p:spPr>
          <a:xfrm rot="16200000" flipH="1">
            <a:off x="6845338" y="5754150"/>
            <a:ext cx="1167654" cy="166453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9442E4E5-BB1E-D6A0-26FA-EA2E9AAB3D3C}"/>
              </a:ext>
            </a:extLst>
          </p:cNvPr>
          <p:cNvCxnSpPr>
            <a:cxnSpLocks/>
            <a:stCxn id="39" idx="2"/>
            <a:endCxn id="12" idx="0"/>
          </p:cNvCxnSpPr>
          <p:nvPr/>
        </p:nvCxnSpPr>
        <p:spPr>
          <a:xfrm rot="16200000" flipH="1">
            <a:off x="7362778" y="5236710"/>
            <a:ext cx="1167654" cy="26994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B2CD8A09-3A30-47FA-1AF0-5A823FBECCD5}"/>
              </a:ext>
            </a:extLst>
          </p:cNvPr>
          <p:cNvSpPr/>
          <p:nvPr/>
        </p:nvSpPr>
        <p:spPr>
          <a:xfrm>
            <a:off x="10023598" y="5282593"/>
            <a:ext cx="189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EXECUTION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FD5800A1-5FD4-B330-F482-2D6099D01141}"/>
              </a:ext>
            </a:extLst>
          </p:cNvPr>
          <p:cNvCxnSpPr>
            <a:cxnSpLocks/>
            <a:stCxn id="52" idx="2"/>
            <a:endCxn id="13" idx="0"/>
          </p:cNvCxnSpPr>
          <p:nvPr/>
        </p:nvCxnSpPr>
        <p:spPr>
          <a:xfrm rot="5400000">
            <a:off x="10066070" y="6267719"/>
            <a:ext cx="1167654" cy="63740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5F1DD29-C4FF-59C9-99A5-03CB9820F299}"/>
              </a:ext>
            </a:extLst>
          </p:cNvPr>
          <p:cNvCxnSpPr>
            <a:cxnSpLocks/>
            <a:stCxn id="52" idx="2"/>
            <a:endCxn id="14" idx="0"/>
          </p:cNvCxnSpPr>
          <p:nvPr/>
        </p:nvCxnSpPr>
        <p:spPr>
          <a:xfrm rot="16200000" flipH="1">
            <a:off x="10583509" y="6387681"/>
            <a:ext cx="1167654" cy="39747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4E3AC8B4-9F27-B545-6B49-417A8868ED74}"/>
              </a:ext>
            </a:extLst>
          </p:cNvPr>
          <p:cNvCxnSpPr>
            <a:cxnSpLocks/>
            <a:stCxn id="52" idx="2"/>
            <a:endCxn id="15" idx="0"/>
          </p:cNvCxnSpPr>
          <p:nvPr/>
        </p:nvCxnSpPr>
        <p:spPr>
          <a:xfrm rot="16200000" flipH="1">
            <a:off x="11100949" y="5870241"/>
            <a:ext cx="1167654" cy="143235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E44F44D6-82CB-8984-7753-3CF1A5B64623}"/>
              </a:ext>
            </a:extLst>
          </p:cNvPr>
          <p:cNvCxnSpPr>
            <a:cxnSpLocks/>
            <a:stCxn id="52" idx="2"/>
            <a:endCxn id="16" idx="0"/>
          </p:cNvCxnSpPr>
          <p:nvPr/>
        </p:nvCxnSpPr>
        <p:spPr>
          <a:xfrm rot="16200000" flipH="1">
            <a:off x="11618389" y="5352801"/>
            <a:ext cx="1167654" cy="246723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FC7D3BAE-E929-B064-E17F-FF944C9E45DE}"/>
              </a:ext>
            </a:extLst>
          </p:cNvPr>
          <p:cNvSpPr/>
          <p:nvPr/>
        </p:nvSpPr>
        <p:spPr>
          <a:xfrm>
            <a:off x="4688795" y="7170247"/>
            <a:ext cx="936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200" b="1" dirty="0"/>
              <a:t>Brand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730F4E72-482C-8A5E-7D78-C513CA60B2AA}"/>
              </a:ext>
            </a:extLst>
          </p:cNvPr>
          <p:cNvCxnSpPr>
            <a:cxnSpLocks/>
            <a:stCxn id="39" idx="2"/>
            <a:endCxn id="65" idx="0"/>
          </p:cNvCxnSpPr>
          <p:nvPr/>
        </p:nvCxnSpPr>
        <p:spPr>
          <a:xfrm rot="5400000">
            <a:off x="5293019" y="5866370"/>
            <a:ext cx="1167654" cy="144010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9A53509-DFC2-AA32-5874-CDD3E5B58C3E}"/>
              </a:ext>
            </a:extLst>
          </p:cNvPr>
          <p:cNvSpPr/>
          <p:nvPr/>
        </p:nvSpPr>
        <p:spPr>
          <a:xfrm>
            <a:off x="14395300" y="5282593"/>
            <a:ext cx="189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VALUE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93EE4B0-1186-BCF0-6C5C-C0CCE2DC7545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14404328" y="6068980"/>
            <a:ext cx="1167654" cy="103488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5B14CBBD-1D30-97F0-2347-30630B9ADC39}"/>
              </a:ext>
            </a:extLst>
          </p:cNvPr>
          <p:cNvCxnSpPr>
            <a:cxnSpLocks/>
            <a:endCxn id="18" idx="0"/>
          </p:cNvCxnSpPr>
          <p:nvPr/>
        </p:nvCxnSpPr>
        <p:spPr>
          <a:xfrm rot="5400000">
            <a:off x="14921768" y="6586420"/>
            <a:ext cx="1167654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D82FCD7D-C530-391D-1606-EF8ACF8ADF78}"/>
              </a:ext>
            </a:extLst>
          </p:cNvPr>
          <p:cNvCxnSpPr>
            <a:cxnSpLocks/>
            <a:endCxn id="20" idx="0"/>
          </p:cNvCxnSpPr>
          <p:nvPr/>
        </p:nvCxnSpPr>
        <p:spPr>
          <a:xfrm rot="16200000" flipH="1">
            <a:off x="15439208" y="6068980"/>
            <a:ext cx="1167654" cy="103488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2DAEA36A-4778-18BE-79AF-B395F9E6C13C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 rot="5400000">
            <a:off x="5047568" y="1292565"/>
            <a:ext cx="1167655" cy="681240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380B4EFA-2519-D2E9-1F61-7BC843CC951C}"/>
              </a:ext>
            </a:extLst>
          </p:cNvPr>
          <p:cNvCxnSpPr>
            <a:cxnSpLocks/>
            <a:stCxn id="4" idx="2"/>
            <a:endCxn id="39" idx="0"/>
          </p:cNvCxnSpPr>
          <p:nvPr/>
        </p:nvCxnSpPr>
        <p:spPr>
          <a:xfrm rot="5400000">
            <a:off x="7233419" y="3478416"/>
            <a:ext cx="1167655" cy="244069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1F35B250-96DA-77E4-1FAF-FF648FE74D8F}"/>
              </a:ext>
            </a:extLst>
          </p:cNvPr>
          <p:cNvCxnSpPr>
            <a:cxnSpLocks/>
            <a:stCxn id="4" idx="2"/>
            <a:endCxn id="52" idx="0"/>
          </p:cNvCxnSpPr>
          <p:nvPr/>
        </p:nvCxnSpPr>
        <p:spPr>
          <a:xfrm rot="16200000" flipH="1">
            <a:off x="9419269" y="3733263"/>
            <a:ext cx="1167655" cy="193100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4F084B7D-7D0A-8B74-6B8D-723E140F21E0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11687768" y="1464765"/>
            <a:ext cx="1167655" cy="64680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7B6B67C8-695B-F308-C375-DAD5EFE96BC6}"/>
              </a:ext>
            </a:extLst>
          </p:cNvPr>
          <p:cNvCxnSpPr>
            <a:cxnSpLocks/>
            <a:stCxn id="21" idx="0"/>
            <a:endCxn id="39" idx="0"/>
          </p:cNvCxnSpPr>
          <p:nvPr/>
        </p:nvCxnSpPr>
        <p:spPr>
          <a:xfrm rot="5400000" flipH="1" flipV="1">
            <a:off x="4411045" y="3096742"/>
            <a:ext cx="12700" cy="4371702"/>
          </a:xfrm>
          <a:prstGeom prst="curvedConnector3">
            <a:avLst>
              <a:gd name="adj1" fmla="val 4560000"/>
            </a:avLst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349C4C44-5111-8B2F-0A28-919FE8D4E454}"/>
              </a:ext>
            </a:extLst>
          </p:cNvPr>
          <p:cNvCxnSpPr>
            <a:cxnSpLocks/>
            <a:stCxn id="39" idx="0"/>
            <a:endCxn id="52" idx="0"/>
          </p:cNvCxnSpPr>
          <p:nvPr/>
        </p:nvCxnSpPr>
        <p:spPr>
          <a:xfrm rot="5400000" flipH="1" flipV="1">
            <a:off x="8782747" y="3096742"/>
            <a:ext cx="12700" cy="4371702"/>
          </a:xfrm>
          <a:prstGeom prst="curvedConnector3">
            <a:avLst>
              <a:gd name="adj1" fmla="val 4440000"/>
            </a:avLst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B6CD9711-54DB-D5D3-152B-3D082B19602F}"/>
              </a:ext>
            </a:extLst>
          </p:cNvPr>
          <p:cNvCxnSpPr>
            <a:cxnSpLocks/>
            <a:stCxn id="52" idx="0"/>
            <a:endCxn id="69" idx="0"/>
          </p:cNvCxnSpPr>
          <p:nvPr/>
        </p:nvCxnSpPr>
        <p:spPr>
          <a:xfrm rot="5400000" flipH="1" flipV="1">
            <a:off x="13154449" y="3096742"/>
            <a:ext cx="12700" cy="4371702"/>
          </a:xfrm>
          <a:prstGeom prst="curvedConnector3">
            <a:avLst>
              <a:gd name="adj1" fmla="val 4440000"/>
            </a:avLst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C57D4B5E-1B19-D517-F1F1-DF840E2AF190}"/>
              </a:ext>
            </a:extLst>
          </p:cNvPr>
          <p:cNvCxnSpPr>
            <a:cxnSpLocks/>
            <a:stCxn id="69" idx="2"/>
            <a:endCxn id="52" idx="2"/>
          </p:cNvCxnSpPr>
          <p:nvPr/>
        </p:nvCxnSpPr>
        <p:spPr>
          <a:xfrm rot="5400000">
            <a:off x="13154449" y="3816742"/>
            <a:ext cx="12700" cy="4371702"/>
          </a:xfrm>
          <a:prstGeom prst="curvedConnector3">
            <a:avLst>
              <a:gd name="adj1" fmla="val 4440000"/>
            </a:avLst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29A91D1D-4826-D1A0-6161-7E9358A8152A}"/>
              </a:ext>
            </a:extLst>
          </p:cNvPr>
          <p:cNvCxnSpPr>
            <a:cxnSpLocks/>
            <a:stCxn id="52" idx="2"/>
            <a:endCxn id="39" idx="2"/>
          </p:cNvCxnSpPr>
          <p:nvPr/>
        </p:nvCxnSpPr>
        <p:spPr>
          <a:xfrm rot="5400000">
            <a:off x="8782747" y="3816742"/>
            <a:ext cx="12700" cy="4371702"/>
          </a:xfrm>
          <a:prstGeom prst="curvedConnector3">
            <a:avLst>
              <a:gd name="adj1" fmla="val 4620000"/>
            </a:avLst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Curved 56">
            <a:extLst>
              <a:ext uri="{FF2B5EF4-FFF2-40B4-BE49-F238E27FC236}">
                <a16:creationId xmlns:a16="http://schemas.microsoft.com/office/drawing/2014/main" id="{8ADF4446-6A07-3312-3D07-A2E42B72740B}"/>
              </a:ext>
            </a:extLst>
          </p:cNvPr>
          <p:cNvCxnSpPr>
            <a:cxnSpLocks/>
            <a:stCxn id="39" idx="2"/>
            <a:endCxn id="21" idx="2"/>
          </p:cNvCxnSpPr>
          <p:nvPr/>
        </p:nvCxnSpPr>
        <p:spPr>
          <a:xfrm rot="5400000">
            <a:off x="4411045" y="3816742"/>
            <a:ext cx="12700" cy="4371702"/>
          </a:xfrm>
          <a:prstGeom prst="curvedConnector3">
            <a:avLst>
              <a:gd name="adj1" fmla="val 4380000"/>
            </a:avLst>
          </a:prstGeom>
          <a:ln>
            <a:solidFill>
              <a:schemeClr val="bg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42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191F0-ED84-F5FD-B695-DB00E838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4F072-4058-DCFB-4D80-719C6BA5AE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9275" y="2674938"/>
            <a:ext cx="16459200" cy="59213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846FD-A2CE-3C4E-6600-3FACDAF5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ORCHESTRATION TAXONOMY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DBE704-6D9D-30B6-BA5C-E516A58A213F}"/>
              </a:ext>
            </a:extLst>
          </p:cNvPr>
          <p:cNvSpPr/>
          <p:nvPr/>
        </p:nvSpPr>
        <p:spPr>
          <a:xfrm>
            <a:off x="7338875" y="2674938"/>
            <a:ext cx="2880000" cy="7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Value Orchestration Canvas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0170BB-0829-FFB8-5BD4-644DD6BDE10C}"/>
              </a:ext>
            </a:extLst>
          </p:cNvPr>
          <p:cNvSpPr/>
          <p:nvPr/>
        </p:nvSpPr>
        <p:spPr>
          <a:xfrm>
            <a:off x="1939202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600"/>
              <a:t>Culture</a:t>
            </a:r>
            <a:endParaRPr lang="en-GB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2ECBF-F7C5-F95A-D1DA-ADE45F2C30A1}"/>
              </a:ext>
            </a:extLst>
          </p:cNvPr>
          <p:cNvSpPr/>
          <p:nvPr/>
        </p:nvSpPr>
        <p:spPr>
          <a:xfrm>
            <a:off x="3329129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600"/>
              <a:t>People</a:t>
            </a:r>
            <a:endParaRPr lang="en-GB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3A0F67-2C09-F091-19EC-A40C9BE75247}"/>
              </a:ext>
            </a:extLst>
          </p:cNvPr>
          <p:cNvSpPr/>
          <p:nvPr/>
        </p:nvSpPr>
        <p:spPr>
          <a:xfrm>
            <a:off x="4719056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600"/>
              <a:t>Technology</a:t>
            </a:r>
            <a:endParaRPr lang="en-GB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811608-DABA-E1CB-77AC-85F1F1C95A26}"/>
              </a:ext>
            </a:extLst>
          </p:cNvPr>
          <p:cNvSpPr/>
          <p:nvPr/>
        </p:nvSpPr>
        <p:spPr>
          <a:xfrm>
            <a:off x="6108983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600" dirty="0"/>
              <a:t>Third </a:t>
            </a:r>
          </a:p>
          <a:p>
            <a:pPr lvl="0" algn="ctr"/>
            <a:r>
              <a:rPr lang="en-GB" sz="1600" dirty="0"/>
              <a:t>Parties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2DD302-9E21-B79E-CFCA-17F5434C0EC3}"/>
              </a:ext>
            </a:extLst>
          </p:cNvPr>
          <p:cNvSpPr/>
          <p:nvPr/>
        </p:nvSpPr>
        <p:spPr>
          <a:xfrm>
            <a:off x="7498910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600" dirty="0"/>
              <a:t>Processes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120EB0-BB08-AE7B-A318-E7066B013FC2}"/>
              </a:ext>
            </a:extLst>
          </p:cNvPr>
          <p:cNvSpPr/>
          <p:nvPr/>
        </p:nvSpPr>
        <p:spPr>
          <a:xfrm>
            <a:off x="8888837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Change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83D62D-B5AE-B2C8-4B60-3606EE0641AE}"/>
              </a:ext>
            </a:extLst>
          </p:cNvPr>
          <p:cNvSpPr/>
          <p:nvPr/>
        </p:nvSpPr>
        <p:spPr>
          <a:xfrm>
            <a:off x="10278764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Innovation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5C2B5E-5BA2-66ED-1C1F-042BB0E81567}"/>
              </a:ext>
            </a:extLst>
          </p:cNvPr>
          <p:cNvSpPr/>
          <p:nvPr/>
        </p:nvSpPr>
        <p:spPr>
          <a:xfrm>
            <a:off x="11668691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Products </a:t>
            </a:r>
          </a:p>
          <a:p>
            <a:pPr algn="ctr"/>
            <a:r>
              <a:rPr lang="en-GB" sz="1600" dirty="0"/>
              <a:t>&amp; Services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710195-1E90-930A-5D96-34990E2BF0D1}"/>
              </a:ext>
            </a:extLst>
          </p:cNvPr>
          <p:cNvSpPr/>
          <p:nvPr/>
        </p:nvSpPr>
        <p:spPr>
          <a:xfrm>
            <a:off x="13058618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Annual 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FCFB67-F270-5168-5FF9-958EAE9A72D9}"/>
              </a:ext>
            </a:extLst>
          </p:cNvPr>
          <p:cNvSpPr/>
          <p:nvPr/>
        </p:nvSpPr>
        <p:spPr>
          <a:xfrm>
            <a:off x="14448545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Strategic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343C77-EF3A-EC32-1F4F-009225936B11}"/>
              </a:ext>
            </a:extLst>
          </p:cNvPr>
          <p:cNvSpPr/>
          <p:nvPr/>
        </p:nvSpPr>
        <p:spPr>
          <a:xfrm>
            <a:off x="15838475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Reputation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A957B66-BD24-C707-E74A-FCA9D50F52F6}"/>
              </a:ext>
            </a:extLst>
          </p:cNvPr>
          <p:cNvSpPr/>
          <p:nvPr/>
        </p:nvSpPr>
        <p:spPr>
          <a:xfrm>
            <a:off x="2969129" y="4169504"/>
            <a:ext cx="1890000" cy="720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ENABLERS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C613138-B85F-C644-A4E2-A299EFE95C29}"/>
              </a:ext>
            </a:extLst>
          </p:cNvPr>
          <p:cNvSpPr/>
          <p:nvPr/>
        </p:nvSpPr>
        <p:spPr>
          <a:xfrm>
            <a:off x="9223800" y="4169504"/>
            <a:ext cx="1890000" cy="720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EXECUTION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96F018F-70DC-F72B-A73F-FE34803096BD}"/>
              </a:ext>
            </a:extLst>
          </p:cNvPr>
          <p:cNvSpPr/>
          <p:nvPr/>
        </p:nvSpPr>
        <p:spPr>
          <a:xfrm>
            <a:off x="549275" y="5664070"/>
            <a:ext cx="117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600" dirty="0"/>
              <a:t>Brand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20D09EF-611D-65D1-A993-ED53C2A51B4E}"/>
              </a:ext>
            </a:extLst>
          </p:cNvPr>
          <p:cNvSpPr/>
          <p:nvPr/>
        </p:nvSpPr>
        <p:spPr>
          <a:xfrm>
            <a:off x="14088546" y="4169504"/>
            <a:ext cx="1890000" cy="720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VALUE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0E8C354B-8E13-CD5B-0BCC-390DA22D461E}"/>
              </a:ext>
            </a:extLst>
          </p:cNvPr>
          <p:cNvCxnSpPr>
            <a:cxnSpLocks/>
            <a:endCxn id="17" idx="0"/>
          </p:cNvCxnSpPr>
          <p:nvPr/>
        </p:nvCxnSpPr>
        <p:spPr>
          <a:xfrm rot="5400000">
            <a:off x="13951299" y="4581823"/>
            <a:ext cx="774566" cy="1389928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233E1712-54D1-4381-201E-9F19DF66CEEB}"/>
              </a:ext>
            </a:extLst>
          </p:cNvPr>
          <p:cNvCxnSpPr>
            <a:cxnSpLocks/>
            <a:endCxn id="18" idx="0"/>
          </p:cNvCxnSpPr>
          <p:nvPr/>
        </p:nvCxnSpPr>
        <p:spPr>
          <a:xfrm rot="5400000">
            <a:off x="14646263" y="5276787"/>
            <a:ext cx="774566" cy="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0EAFEF1-6D19-5618-BE5F-47D17EDAE638}"/>
              </a:ext>
            </a:extLst>
          </p:cNvPr>
          <p:cNvCxnSpPr>
            <a:cxnSpLocks/>
            <a:endCxn id="20" idx="0"/>
          </p:cNvCxnSpPr>
          <p:nvPr/>
        </p:nvCxnSpPr>
        <p:spPr>
          <a:xfrm rot="16200000" flipH="1">
            <a:off x="15341227" y="4581822"/>
            <a:ext cx="774566" cy="138992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992A0E47-985F-0FBC-165A-9DC39063AF5D}"/>
              </a:ext>
            </a:extLst>
          </p:cNvPr>
          <p:cNvCxnSpPr>
            <a:cxnSpLocks/>
            <a:endCxn id="39" idx="0"/>
          </p:cNvCxnSpPr>
          <p:nvPr/>
        </p:nvCxnSpPr>
        <p:spPr>
          <a:xfrm rot="5400000">
            <a:off x="5959219" y="1349848"/>
            <a:ext cx="774566" cy="486474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C24AC6C5-C1F5-9DF7-69C0-74C9C8960C40}"/>
              </a:ext>
            </a:extLst>
          </p:cNvPr>
          <p:cNvCxnSpPr>
            <a:cxnSpLocks/>
            <a:endCxn id="69" idx="0"/>
          </p:cNvCxnSpPr>
          <p:nvPr/>
        </p:nvCxnSpPr>
        <p:spPr>
          <a:xfrm rot="16200000" flipH="1">
            <a:off x="11518927" y="654885"/>
            <a:ext cx="774566" cy="625467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F4FA3890-1DFB-65EA-A6E6-B06B93951276}"/>
              </a:ext>
            </a:extLst>
          </p:cNvPr>
          <p:cNvCxnSpPr>
            <a:cxnSpLocks/>
            <a:endCxn id="52" idx="0"/>
          </p:cNvCxnSpPr>
          <p:nvPr/>
        </p:nvCxnSpPr>
        <p:spPr>
          <a:xfrm rot="16200000" flipH="1">
            <a:off x="9086554" y="3087258"/>
            <a:ext cx="774566" cy="13899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10E907B-7F8C-B99E-28F3-234925159343}"/>
              </a:ext>
            </a:extLst>
          </p:cNvPr>
          <p:cNvSpPr/>
          <p:nvPr/>
        </p:nvSpPr>
        <p:spPr>
          <a:xfrm>
            <a:off x="549275" y="7158635"/>
            <a:ext cx="16457613" cy="144000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/>
              <a:t>ECONOMICS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6C211-16D8-AA81-70C2-85F8718DEC5B}"/>
              </a:ext>
            </a:extLst>
          </p:cNvPr>
          <p:cNvSpPr/>
          <p:nvPr/>
        </p:nvSpPr>
        <p:spPr>
          <a:xfrm>
            <a:off x="899129" y="7670255"/>
            <a:ext cx="360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Financials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45B735-E30A-DF80-5E35-3E933327FD8B}"/>
              </a:ext>
            </a:extLst>
          </p:cNvPr>
          <p:cNvSpPr/>
          <p:nvPr/>
        </p:nvSpPr>
        <p:spPr>
          <a:xfrm>
            <a:off x="4952292" y="7670255"/>
            <a:ext cx="360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Business 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92565-FD2D-2BEC-A9FB-86370412F5C3}"/>
              </a:ext>
            </a:extLst>
          </p:cNvPr>
          <p:cNvSpPr/>
          <p:nvPr/>
        </p:nvSpPr>
        <p:spPr>
          <a:xfrm>
            <a:off x="9005455" y="7670255"/>
            <a:ext cx="360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en-GB" sz="1600" dirty="0"/>
              <a:t>External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9D5308-5E85-22A0-E0A1-5E1547D911C2}"/>
              </a:ext>
            </a:extLst>
          </p:cNvPr>
          <p:cNvSpPr/>
          <p:nvPr/>
        </p:nvSpPr>
        <p:spPr>
          <a:xfrm>
            <a:off x="13058618" y="7670255"/>
            <a:ext cx="360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lvl="0" algn="ctr"/>
            <a:r>
              <a:rPr lang="en-GB" sz="1600"/>
              <a:t>Governance</a:t>
            </a:r>
            <a:endParaRPr lang="en-GB" sz="1600" dirty="0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C8730E9D-44C8-39D4-451F-AD48423797FD}"/>
              </a:ext>
            </a:extLst>
          </p:cNvPr>
          <p:cNvCxnSpPr>
            <a:cxnSpLocks/>
            <a:endCxn id="65" idx="0"/>
          </p:cNvCxnSpPr>
          <p:nvPr/>
        </p:nvCxnSpPr>
        <p:spPr>
          <a:xfrm rot="5400000">
            <a:off x="2136919" y="3886860"/>
            <a:ext cx="774566" cy="27798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355B2E37-CC09-7DE7-B4F3-AB06E17B1DAF}"/>
              </a:ext>
            </a:extLst>
          </p:cNvPr>
          <p:cNvCxnSpPr>
            <a:cxnSpLocks/>
            <a:endCxn id="9" idx="0"/>
          </p:cNvCxnSpPr>
          <p:nvPr/>
        </p:nvCxnSpPr>
        <p:spPr>
          <a:xfrm rot="5400000">
            <a:off x="2831883" y="4581824"/>
            <a:ext cx="774566" cy="138992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70DE4AB-76B6-14A2-7A9F-648AD6B5B45B}"/>
              </a:ext>
            </a:extLst>
          </p:cNvPr>
          <p:cNvCxnSpPr>
            <a:cxnSpLocks/>
            <a:endCxn id="10" idx="0"/>
          </p:cNvCxnSpPr>
          <p:nvPr/>
        </p:nvCxnSpPr>
        <p:spPr>
          <a:xfrm rot="5400000">
            <a:off x="3526846" y="5276787"/>
            <a:ext cx="774566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FCEC5491-523E-E280-2473-1596145DA649}"/>
              </a:ext>
            </a:extLst>
          </p:cNvPr>
          <p:cNvCxnSpPr>
            <a:cxnSpLocks/>
            <a:endCxn id="11" idx="0"/>
          </p:cNvCxnSpPr>
          <p:nvPr/>
        </p:nvCxnSpPr>
        <p:spPr>
          <a:xfrm rot="16200000" flipH="1">
            <a:off x="4221809" y="4581823"/>
            <a:ext cx="774566" cy="1389927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BF1CB54A-3855-A6C8-1D32-84DED625ABD1}"/>
              </a:ext>
            </a:extLst>
          </p:cNvPr>
          <p:cNvCxnSpPr>
            <a:cxnSpLocks/>
            <a:endCxn id="12" idx="0"/>
          </p:cNvCxnSpPr>
          <p:nvPr/>
        </p:nvCxnSpPr>
        <p:spPr>
          <a:xfrm rot="16200000" flipH="1">
            <a:off x="4916773" y="3886860"/>
            <a:ext cx="774566" cy="277985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CE71EF8-9832-F2AE-4046-CF76052F8509}"/>
              </a:ext>
            </a:extLst>
          </p:cNvPr>
          <p:cNvCxnSpPr>
            <a:cxnSpLocks/>
            <a:endCxn id="13" idx="0"/>
          </p:cNvCxnSpPr>
          <p:nvPr/>
        </p:nvCxnSpPr>
        <p:spPr>
          <a:xfrm rot="5400000">
            <a:off x="8739072" y="4234342"/>
            <a:ext cx="774566" cy="208489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AE715F40-7007-44F7-9665-67A7168B4A33}"/>
              </a:ext>
            </a:extLst>
          </p:cNvPr>
          <p:cNvCxnSpPr>
            <a:cxnSpLocks/>
            <a:endCxn id="14" idx="0"/>
          </p:cNvCxnSpPr>
          <p:nvPr/>
        </p:nvCxnSpPr>
        <p:spPr>
          <a:xfrm rot="5400000">
            <a:off x="9434036" y="4929306"/>
            <a:ext cx="774566" cy="69496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7523C4D2-640F-15FF-22BA-7B458810F9E3}"/>
              </a:ext>
            </a:extLst>
          </p:cNvPr>
          <p:cNvCxnSpPr>
            <a:cxnSpLocks/>
            <a:endCxn id="15" idx="0"/>
          </p:cNvCxnSpPr>
          <p:nvPr/>
        </p:nvCxnSpPr>
        <p:spPr>
          <a:xfrm rot="16200000" flipH="1">
            <a:off x="10128999" y="4929305"/>
            <a:ext cx="774566" cy="69496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22AD6CEF-3F19-5680-13F0-F5D8BCD9FEB0}"/>
              </a:ext>
            </a:extLst>
          </p:cNvPr>
          <p:cNvCxnSpPr>
            <a:cxnSpLocks/>
            <a:endCxn id="16" idx="0"/>
          </p:cNvCxnSpPr>
          <p:nvPr/>
        </p:nvCxnSpPr>
        <p:spPr>
          <a:xfrm rot="16200000" flipH="1">
            <a:off x="10823962" y="4234341"/>
            <a:ext cx="774566" cy="208489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241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FDFBC-B4BE-08F4-A012-1734E92E5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EDA6344-EF93-898F-01BE-1F6E49AAA9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9275" y="2674938"/>
            <a:ext cx="16459200" cy="592137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6562D9-D10F-AAEC-792E-ED499EA59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Value ORCHESTRATION TAXONOMY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E9B253-8031-476C-D2F1-4A7BF230340D}"/>
              </a:ext>
            </a:extLst>
          </p:cNvPr>
          <p:cNvSpPr/>
          <p:nvPr/>
        </p:nvSpPr>
        <p:spPr>
          <a:xfrm>
            <a:off x="7597595" y="3394938"/>
            <a:ext cx="288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VALUE ORCHESTRATION CANVAS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769BC1-BB66-1451-4996-E1D063129AF2}"/>
              </a:ext>
            </a:extLst>
          </p:cNvPr>
          <p:cNvSpPr/>
          <p:nvPr/>
        </p:nvSpPr>
        <p:spPr>
          <a:xfrm>
            <a:off x="1478676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Financials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563DC3-24FF-380B-98C3-550D0E930666}"/>
              </a:ext>
            </a:extLst>
          </p:cNvPr>
          <p:cNvSpPr/>
          <p:nvPr/>
        </p:nvSpPr>
        <p:spPr>
          <a:xfrm>
            <a:off x="2403422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Business Model</a:t>
            </a:r>
          </a:p>
          <a:p>
            <a:endParaRPr lang="en-GB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3D0592-EFBD-18F9-4AFB-466FA9BE35DB}"/>
              </a:ext>
            </a:extLst>
          </p:cNvPr>
          <p:cNvSpPr/>
          <p:nvPr/>
        </p:nvSpPr>
        <p:spPr>
          <a:xfrm>
            <a:off x="3328168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External Environment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162F3A-E6EF-3932-2150-661D04905142}"/>
              </a:ext>
            </a:extLst>
          </p:cNvPr>
          <p:cNvSpPr/>
          <p:nvPr/>
        </p:nvSpPr>
        <p:spPr>
          <a:xfrm>
            <a:off x="4252914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pPr lvl="0"/>
            <a:r>
              <a:rPr lang="en-GB" sz="1600"/>
              <a:t>Governance</a:t>
            </a:r>
            <a:endParaRPr lang="en-GB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E5B117-C744-0A36-BEA0-1672EA8E2865}"/>
              </a:ext>
            </a:extLst>
          </p:cNvPr>
          <p:cNvSpPr/>
          <p:nvPr/>
        </p:nvSpPr>
        <p:spPr>
          <a:xfrm>
            <a:off x="6102406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pPr lvl="0"/>
            <a:r>
              <a:rPr lang="en-GB" sz="1600"/>
              <a:t>Culture</a:t>
            </a:r>
            <a:endParaRPr lang="en-GB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2BE7F3-97FF-B51D-CD94-D4D6581FED21}"/>
              </a:ext>
            </a:extLst>
          </p:cNvPr>
          <p:cNvSpPr/>
          <p:nvPr/>
        </p:nvSpPr>
        <p:spPr>
          <a:xfrm>
            <a:off x="7027152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pPr lvl="0"/>
            <a:r>
              <a:rPr lang="en-GB" sz="1600"/>
              <a:t>People</a:t>
            </a:r>
            <a:endParaRPr lang="en-GB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A4E688-637A-AB37-8256-E6D740C805D2}"/>
              </a:ext>
            </a:extLst>
          </p:cNvPr>
          <p:cNvSpPr/>
          <p:nvPr/>
        </p:nvSpPr>
        <p:spPr>
          <a:xfrm>
            <a:off x="7951898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pPr lvl="0"/>
            <a:r>
              <a:rPr lang="en-GB" sz="1600"/>
              <a:t>Technology</a:t>
            </a:r>
            <a:endParaRPr lang="en-GB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3BC724-F44F-E8AA-7E9C-25B04642EED0}"/>
              </a:ext>
            </a:extLst>
          </p:cNvPr>
          <p:cNvSpPr/>
          <p:nvPr/>
        </p:nvSpPr>
        <p:spPr>
          <a:xfrm>
            <a:off x="8876644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pPr lvl="0"/>
            <a:r>
              <a:rPr lang="en-GB" sz="1600" dirty="0"/>
              <a:t>Third Parties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5912F3-B526-01C9-F203-EBEA79FFE94E}"/>
              </a:ext>
            </a:extLst>
          </p:cNvPr>
          <p:cNvSpPr/>
          <p:nvPr/>
        </p:nvSpPr>
        <p:spPr>
          <a:xfrm>
            <a:off x="9801390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pPr lvl="0"/>
            <a:r>
              <a:rPr lang="en-GB" sz="1600" dirty="0"/>
              <a:t>Processes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65BEF4-2C5A-ACFE-A278-99D708D3B845}"/>
              </a:ext>
            </a:extLst>
          </p:cNvPr>
          <p:cNvSpPr/>
          <p:nvPr/>
        </p:nvSpPr>
        <p:spPr>
          <a:xfrm>
            <a:off x="10726136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Change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614BF6-74C6-CD61-E3C7-9D6B7C8ADEF4}"/>
              </a:ext>
            </a:extLst>
          </p:cNvPr>
          <p:cNvSpPr/>
          <p:nvPr/>
        </p:nvSpPr>
        <p:spPr>
          <a:xfrm>
            <a:off x="11650882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Innovation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124402-7740-E917-9D4F-3527EB49911F}"/>
              </a:ext>
            </a:extLst>
          </p:cNvPr>
          <p:cNvSpPr/>
          <p:nvPr/>
        </p:nvSpPr>
        <p:spPr>
          <a:xfrm>
            <a:off x="12575628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Products &amp; Services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2CEF1B-1457-312B-B378-46F7EB05AEEB}"/>
              </a:ext>
            </a:extLst>
          </p:cNvPr>
          <p:cNvSpPr/>
          <p:nvPr/>
        </p:nvSpPr>
        <p:spPr>
          <a:xfrm>
            <a:off x="13500374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Annual 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B46025-3E76-04E4-0B8B-831B24D87087}"/>
              </a:ext>
            </a:extLst>
          </p:cNvPr>
          <p:cNvSpPr/>
          <p:nvPr/>
        </p:nvSpPr>
        <p:spPr>
          <a:xfrm>
            <a:off x="14425120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Strategic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BDD8F2-8576-6DB3-B7A1-085314BF90F9}"/>
              </a:ext>
            </a:extLst>
          </p:cNvPr>
          <p:cNvSpPr/>
          <p:nvPr/>
        </p:nvSpPr>
        <p:spPr>
          <a:xfrm>
            <a:off x="15349866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r>
              <a:rPr lang="en-GB" sz="1600" dirty="0"/>
              <a:t>Reputation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DD2C5DA-0866-B349-2FCC-43E71FFB7877}"/>
              </a:ext>
            </a:extLst>
          </p:cNvPr>
          <p:cNvSpPr/>
          <p:nvPr/>
        </p:nvSpPr>
        <p:spPr>
          <a:xfrm>
            <a:off x="2280795" y="5237632"/>
            <a:ext cx="189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ECONOMICS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79D196BF-C7B0-FF1D-F8B1-1BE5EC5B7F0D}"/>
              </a:ext>
            </a:extLst>
          </p:cNvPr>
          <p:cNvCxnSpPr>
            <a:cxnSpLocks/>
            <a:stCxn id="21" idx="2"/>
            <a:endCxn id="5" idx="0"/>
          </p:cNvCxnSpPr>
          <p:nvPr/>
        </p:nvCxnSpPr>
        <p:spPr>
          <a:xfrm rot="5400000">
            <a:off x="1970889" y="5825420"/>
            <a:ext cx="1122695" cy="13871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E218135-1E90-9466-A82B-6D7D44EC540E}"/>
              </a:ext>
            </a:extLst>
          </p:cNvPr>
          <p:cNvCxnSpPr>
            <a:cxnSpLocks/>
            <a:stCxn id="21" idx="2"/>
            <a:endCxn id="6" idx="0"/>
          </p:cNvCxnSpPr>
          <p:nvPr/>
        </p:nvCxnSpPr>
        <p:spPr>
          <a:xfrm rot="5400000">
            <a:off x="2433262" y="6287793"/>
            <a:ext cx="1122695" cy="4623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9AB14423-ED94-DF48-AA3C-227F94F2C820}"/>
              </a:ext>
            </a:extLst>
          </p:cNvPr>
          <p:cNvCxnSpPr>
            <a:cxnSpLocks/>
            <a:endCxn id="7" idx="0"/>
          </p:cNvCxnSpPr>
          <p:nvPr/>
        </p:nvCxnSpPr>
        <p:spPr>
          <a:xfrm rot="16200000" flipH="1">
            <a:off x="2911936" y="6304095"/>
            <a:ext cx="1077734" cy="47472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F738FC52-F0BF-B562-FEBC-87D4D851B26E}"/>
              </a:ext>
            </a:extLst>
          </p:cNvPr>
          <p:cNvCxnSpPr>
            <a:cxnSpLocks/>
            <a:stCxn id="21" idx="2"/>
            <a:endCxn id="8" idx="0"/>
          </p:cNvCxnSpPr>
          <p:nvPr/>
        </p:nvCxnSpPr>
        <p:spPr>
          <a:xfrm rot="16200000" flipH="1">
            <a:off x="3358007" y="5825419"/>
            <a:ext cx="1122695" cy="13871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DEF1B8D-047D-CBC6-2276-6CF63685DAF1}"/>
              </a:ext>
            </a:extLst>
          </p:cNvPr>
          <p:cNvSpPr/>
          <p:nvPr/>
        </p:nvSpPr>
        <p:spPr>
          <a:xfrm>
            <a:off x="6442152" y="5237632"/>
            <a:ext cx="189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ENABLERS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8A3C2A9-6568-B3CA-736B-233470DD141E}"/>
              </a:ext>
            </a:extLst>
          </p:cNvPr>
          <p:cNvCxnSpPr>
            <a:cxnSpLocks/>
            <a:stCxn id="39" idx="2"/>
            <a:endCxn id="9" idx="0"/>
          </p:cNvCxnSpPr>
          <p:nvPr/>
        </p:nvCxnSpPr>
        <p:spPr>
          <a:xfrm rot="5400000">
            <a:off x="6363432" y="6056606"/>
            <a:ext cx="1122695" cy="92474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1ACC4844-EF36-99A0-AAB7-DDDA2D78B45E}"/>
              </a:ext>
            </a:extLst>
          </p:cNvPr>
          <p:cNvCxnSpPr>
            <a:cxnSpLocks/>
            <a:stCxn id="39" idx="2"/>
            <a:endCxn id="10" idx="0"/>
          </p:cNvCxnSpPr>
          <p:nvPr/>
        </p:nvCxnSpPr>
        <p:spPr>
          <a:xfrm rot="5400000">
            <a:off x="6825805" y="6518979"/>
            <a:ext cx="1122695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3FD0E343-34EB-45F5-5557-014FC8621631}"/>
              </a:ext>
            </a:extLst>
          </p:cNvPr>
          <p:cNvCxnSpPr>
            <a:cxnSpLocks/>
            <a:stCxn id="39" idx="2"/>
            <a:endCxn id="11" idx="0"/>
          </p:cNvCxnSpPr>
          <p:nvPr/>
        </p:nvCxnSpPr>
        <p:spPr>
          <a:xfrm rot="16200000" flipH="1">
            <a:off x="7288178" y="6056606"/>
            <a:ext cx="1122695" cy="92474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7C65C036-BE1E-9DC6-72FD-9495BAEA2154}"/>
              </a:ext>
            </a:extLst>
          </p:cNvPr>
          <p:cNvCxnSpPr>
            <a:cxnSpLocks/>
            <a:stCxn id="39" idx="2"/>
            <a:endCxn id="12" idx="0"/>
          </p:cNvCxnSpPr>
          <p:nvPr/>
        </p:nvCxnSpPr>
        <p:spPr>
          <a:xfrm rot="16200000" flipH="1">
            <a:off x="7750551" y="5594233"/>
            <a:ext cx="1122695" cy="184949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AD59C65-CE88-49A2-D0BA-246B22E0BAC4}"/>
              </a:ext>
            </a:extLst>
          </p:cNvPr>
          <p:cNvSpPr/>
          <p:nvPr/>
        </p:nvSpPr>
        <p:spPr>
          <a:xfrm>
            <a:off x="10603509" y="5237632"/>
            <a:ext cx="189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EXECUTION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6401818A-927F-377F-6DEE-119463D7B014}"/>
              </a:ext>
            </a:extLst>
          </p:cNvPr>
          <p:cNvCxnSpPr>
            <a:cxnSpLocks/>
            <a:stCxn id="52" idx="2"/>
            <a:endCxn id="13" idx="0"/>
          </p:cNvCxnSpPr>
          <p:nvPr/>
        </p:nvCxnSpPr>
        <p:spPr>
          <a:xfrm rot="5400000">
            <a:off x="10293603" y="5825420"/>
            <a:ext cx="1122695" cy="13871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9B54CF33-F452-3686-C6A7-EEB852919B72}"/>
              </a:ext>
            </a:extLst>
          </p:cNvPr>
          <p:cNvCxnSpPr>
            <a:cxnSpLocks/>
            <a:stCxn id="52" idx="2"/>
            <a:endCxn id="14" idx="0"/>
          </p:cNvCxnSpPr>
          <p:nvPr/>
        </p:nvCxnSpPr>
        <p:spPr>
          <a:xfrm rot="5400000">
            <a:off x="10755976" y="6287793"/>
            <a:ext cx="1122695" cy="4623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27A6F1C7-4065-ABCF-D568-C408DACB40AD}"/>
              </a:ext>
            </a:extLst>
          </p:cNvPr>
          <p:cNvCxnSpPr>
            <a:cxnSpLocks/>
            <a:stCxn id="52" idx="2"/>
            <a:endCxn id="15" idx="0"/>
          </p:cNvCxnSpPr>
          <p:nvPr/>
        </p:nvCxnSpPr>
        <p:spPr>
          <a:xfrm rot="16200000" flipH="1">
            <a:off x="11218348" y="6287792"/>
            <a:ext cx="1122695" cy="46237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6F6B72BC-06B5-934F-1888-1DED91EF73E9}"/>
              </a:ext>
            </a:extLst>
          </p:cNvPr>
          <p:cNvCxnSpPr>
            <a:cxnSpLocks/>
            <a:stCxn id="52" idx="2"/>
            <a:endCxn id="16" idx="0"/>
          </p:cNvCxnSpPr>
          <p:nvPr/>
        </p:nvCxnSpPr>
        <p:spPr>
          <a:xfrm rot="16200000" flipH="1">
            <a:off x="11680721" y="5825419"/>
            <a:ext cx="1122695" cy="1387119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988FD415-07FD-7E67-7EE6-C4C14A22AD6E}"/>
              </a:ext>
            </a:extLst>
          </p:cNvPr>
          <p:cNvSpPr/>
          <p:nvPr/>
        </p:nvSpPr>
        <p:spPr>
          <a:xfrm>
            <a:off x="5177660" y="7080327"/>
            <a:ext cx="720000" cy="1530000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270" lIns="0" tIns="72000" rIns="0" bIns="144000" rtlCol="0" anchor="ctr"/>
          <a:lstStyle/>
          <a:p>
            <a:pPr lvl="0"/>
            <a:r>
              <a:rPr lang="en-GB" sz="1600" dirty="0"/>
              <a:t>Brand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D0B26AC2-0373-F426-F756-AEAD2A3DFDDA}"/>
              </a:ext>
            </a:extLst>
          </p:cNvPr>
          <p:cNvCxnSpPr>
            <a:cxnSpLocks/>
            <a:stCxn id="39" idx="2"/>
            <a:endCxn id="65" idx="0"/>
          </p:cNvCxnSpPr>
          <p:nvPr/>
        </p:nvCxnSpPr>
        <p:spPr>
          <a:xfrm rot="5400000">
            <a:off x="5901059" y="5594233"/>
            <a:ext cx="1122695" cy="184949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84B4FA1-BC25-5D88-A805-56B29A4BEA59}"/>
              </a:ext>
            </a:extLst>
          </p:cNvPr>
          <p:cNvSpPr/>
          <p:nvPr/>
        </p:nvSpPr>
        <p:spPr>
          <a:xfrm>
            <a:off x="13840120" y="5237632"/>
            <a:ext cx="1890000" cy="72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VALUE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298D3856-F903-66EF-37BE-227F03DF521C}"/>
              </a:ext>
            </a:extLst>
          </p:cNvPr>
          <p:cNvCxnSpPr>
            <a:cxnSpLocks/>
            <a:stCxn id="69" idx="2"/>
            <a:endCxn id="17" idx="0"/>
          </p:cNvCxnSpPr>
          <p:nvPr/>
        </p:nvCxnSpPr>
        <p:spPr>
          <a:xfrm rot="5400000">
            <a:off x="13761400" y="6056606"/>
            <a:ext cx="1122695" cy="92474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13726996-C348-9783-7B2B-2FE647FF260B}"/>
              </a:ext>
            </a:extLst>
          </p:cNvPr>
          <p:cNvCxnSpPr>
            <a:cxnSpLocks/>
            <a:stCxn id="69" idx="2"/>
            <a:endCxn id="18" idx="0"/>
          </p:cNvCxnSpPr>
          <p:nvPr/>
        </p:nvCxnSpPr>
        <p:spPr>
          <a:xfrm rot="5400000">
            <a:off x="14223773" y="6518979"/>
            <a:ext cx="1122695" cy="127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17E9FBD8-FCAA-D019-BAFC-BDA5B507789A}"/>
              </a:ext>
            </a:extLst>
          </p:cNvPr>
          <p:cNvCxnSpPr>
            <a:cxnSpLocks/>
            <a:stCxn id="69" idx="2"/>
            <a:endCxn id="20" idx="0"/>
          </p:cNvCxnSpPr>
          <p:nvPr/>
        </p:nvCxnSpPr>
        <p:spPr>
          <a:xfrm rot="16200000" flipH="1">
            <a:off x="14686146" y="6056606"/>
            <a:ext cx="1122695" cy="924746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97A007A8-581B-C412-A496-3C2D7F71B4F6}"/>
              </a:ext>
            </a:extLst>
          </p:cNvPr>
          <p:cNvCxnSpPr>
            <a:cxnSpLocks/>
            <a:stCxn id="4" idx="2"/>
            <a:endCxn id="21" idx="0"/>
          </p:cNvCxnSpPr>
          <p:nvPr/>
        </p:nvCxnSpPr>
        <p:spPr>
          <a:xfrm rot="5400000">
            <a:off x="5570348" y="1770385"/>
            <a:ext cx="1122694" cy="581180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B682BFF7-BD84-1678-6373-3FC2EBA361BC}"/>
              </a:ext>
            </a:extLst>
          </p:cNvPr>
          <p:cNvCxnSpPr>
            <a:cxnSpLocks/>
            <a:stCxn id="4" idx="2"/>
            <a:endCxn id="39" idx="0"/>
          </p:cNvCxnSpPr>
          <p:nvPr/>
        </p:nvCxnSpPr>
        <p:spPr>
          <a:xfrm rot="5400000">
            <a:off x="7651027" y="3851064"/>
            <a:ext cx="1122694" cy="165044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BA9A5ED5-6116-5F9F-1167-D770A67A3236}"/>
              </a:ext>
            </a:extLst>
          </p:cNvPr>
          <p:cNvCxnSpPr>
            <a:cxnSpLocks/>
            <a:stCxn id="4" idx="2"/>
            <a:endCxn id="52" idx="0"/>
          </p:cNvCxnSpPr>
          <p:nvPr/>
        </p:nvCxnSpPr>
        <p:spPr>
          <a:xfrm rot="16200000" flipH="1">
            <a:off x="9731705" y="3420828"/>
            <a:ext cx="1122694" cy="2510914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D3F5A7D8-B4F0-654D-138C-73FD882C95A3}"/>
              </a:ext>
            </a:extLst>
          </p:cNvPr>
          <p:cNvCxnSpPr>
            <a:cxnSpLocks/>
            <a:stCxn id="4" idx="2"/>
            <a:endCxn id="69" idx="0"/>
          </p:cNvCxnSpPr>
          <p:nvPr/>
        </p:nvCxnSpPr>
        <p:spPr>
          <a:xfrm rot="16200000" flipH="1">
            <a:off x="11350010" y="1802522"/>
            <a:ext cx="1122694" cy="5747525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933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061A4-507C-C120-454B-2BC60FBA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4A2945-FC30-2F84-DBB9-B239B098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774587"/>
            <a:ext cx="16459200" cy="1440000"/>
          </a:xfrm>
        </p:spPr>
        <p:txBody>
          <a:bodyPr anchor="ctr"/>
          <a:lstStyle/>
          <a:p>
            <a:r>
              <a:rPr lang="en-GB" sz="6000" dirty="0"/>
              <a:t>Cause &amp; Effect 1 - OUR PROMISE VS THE REALITY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A47B5D-B9FC-20AB-C1A2-3A52C0DB3779}"/>
              </a:ext>
            </a:extLst>
          </p:cNvPr>
          <p:cNvSpPr/>
          <p:nvPr/>
        </p:nvSpPr>
        <p:spPr>
          <a:xfrm>
            <a:off x="547688" y="2648898"/>
            <a:ext cx="20592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BRAND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DFC669-72D3-BD24-E01B-580F8A96C831}"/>
              </a:ext>
            </a:extLst>
          </p:cNvPr>
          <p:cNvSpPr/>
          <p:nvPr/>
        </p:nvSpPr>
        <p:spPr>
          <a:xfrm>
            <a:off x="4663561" y="264889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F2EEDB-F64E-A7E2-9A83-26F3999BBF6B}"/>
              </a:ext>
            </a:extLst>
          </p:cNvPr>
          <p:cNvSpPr/>
          <p:nvPr/>
        </p:nvSpPr>
        <p:spPr>
          <a:xfrm>
            <a:off x="6720704" y="264889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1569DF-30E1-F441-558C-F66107460F85}"/>
              </a:ext>
            </a:extLst>
          </p:cNvPr>
          <p:cNvSpPr/>
          <p:nvPr/>
        </p:nvSpPr>
        <p:spPr>
          <a:xfrm>
            <a:off x="8777847" y="264889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81B1B9-2402-985C-1887-9301E2FADE86}"/>
              </a:ext>
            </a:extLst>
          </p:cNvPr>
          <p:cNvSpPr/>
          <p:nvPr/>
        </p:nvSpPr>
        <p:spPr>
          <a:xfrm>
            <a:off x="10834990" y="264889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BFAF58-52C4-7678-A70F-3A3A2A8A1BDA}"/>
              </a:ext>
            </a:extLst>
          </p:cNvPr>
          <p:cNvSpPr/>
          <p:nvPr/>
        </p:nvSpPr>
        <p:spPr>
          <a:xfrm>
            <a:off x="12892133" y="264889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EE5FE9-3EEA-F7FA-B9DB-0C1E4427F08A}"/>
              </a:ext>
            </a:extLst>
          </p:cNvPr>
          <p:cNvSpPr/>
          <p:nvPr/>
        </p:nvSpPr>
        <p:spPr>
          <a:xfrm>
            <a:off x="14951288" y="2648898"/>
            <a:ext cx="20592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REPUTATION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3C3C2-A0DB-1146-F7B6-969782C1D693}"/>
              </a:ext>
            </a:extLst>
          </p:cNvPr>
          <p:cNvSpPr/>
          <p:nvPr/>
        </p:nvSpPr>
        <p:spPr>
          <a:xfrm>
            <a:off x="2606418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239854-8AFC-C7F9-752E-4CB9F32D3093}"/>
              </a:ext>
            </a:extLst>
          </p:cNvPr>
          <p:cNvSpPr/>
          <p:nvPr/>
        </p:nvSpPr>
        <p:spPr>
          <a:xfrm>
            <a:off x="4663561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0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08858C-CFDE-D6A5-131E-FE18DC49A651}"/>
              </a:ext>
            </a:extLst>
          </p:cNvPr>
          <p:cNvSpPr/>
          <p:nvPr/>
        </p:nvSpPr>
        <p:spPr>
          <a:xfrm>
            <a:off x="6720704" y="302163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0193C7-5AF4-6179-764F-43F9E3969733}"/>
              </a:ext>
            </a:extLst>
          </p:cNvPr>
          <p:cNvSpPr/>
          <p:nvPr/>
        </p:nvSpPr>
        <p:spPr>
          <a:xfrm>
            <a:off x="8777847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B42DD7-6257-F1EE-5F00-FCCBAFE6278D}"/>
              </a:ext>
            </a:extLst>
          </p:cNvPr>
          <p:cNvSpPr/>
          <p:nvPr/>
        </p:nvSpPr>
        <p:spPr>
          <a:xfrm>
            <a:off x="2606418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59BE17-F2D2-821C-7A68-15F73ABEA9D5}"/>
              </a:ext>
            </a:extLst>
          </p:cNvPr>
          <p:cNvSpPr/>
          <p:nvPr/>
        </p:nvSpPr>
        <p:spPr>
          <a:xfrm>
            <a:off x="547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2" rtlCol="0" anchor="ctr"/>
          <a:lstStyle/>
          <a:p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CBC8CD-F9EA-9E58-5E47-F39B031A1922}"/>
              </a:ext>
            </a:extLst>
          </p:cNvPr>
          <p:cNvSpPr/>
          <p:nvPr/>
        </p:nvSpPr>
        <p:spPr>
          <a:xfrm>
            <a:off x="4663561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A3BBD9-8196-EF28-B8B6-C7726A48C54D}"/>
              </a:ext>
            </a:extLst>
          </p:cNvPr>
          <p:cNvSpPr/>
          <p:nvPr/>
        </p:nvSpPr>
        <p:spPr>
          <a:xfrm>
            <a:off x="6720704" y="442040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875071-9915-042A-F976-7D05DAD5DFAA}"/>
              </a:ext>
            </a:extLst>
          </p:cNvPr>
          <p:cNvSpPr/>
          <p:nvPr/>
        </p:nvSpPr>
        <p:spPr>
          <a:xfrm>
            <a:off x="10834990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1C1E97-0A1F-9969-18B0-205E127E22E7}"/>
              </a:ext>
            </a:extLst>
          </p:cNvPr>
          <p:cNvSpPr/>
          <p:nvPr/>
        </p:nvSpPr>
        <p:spPr>
          <a:xfrm>
            <a:off x="12892133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D530F2-049E-AB4D-BE01-4D15F5103447}"/>
              </a:ext>
            </a:extLst>
          </p:cNvPr>
          <p:cNvSpPr/>
          <p:nvPr/>
        </p:nvSpPr>
        <p:spPr>
          <a:xfrm>
            <a:off x="14951288" y="3021633"/>
            <a:ext cx="2059200" cy="382320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Corporate Reputation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Employee Reputation</a:t>
            </a:r>
          </a:p>
          <a:p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Customer Reputation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Third Party Reputation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Investor Reputation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ESG Reputation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90BB5D-4A04-8E68-90DB-B75FA515C16E}"/>
              </a:ext>
            </a:extLst>
          </p:cNvPr>
          <p:cNvSpPr/>
          <p:nvPr/>
        </p:nvSpPr>
        <p:spPr>
          <a:xfrm>
            <a:off x="6717456" y="581917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E0BA52-FB16-4565-1DB2-671585603721}"/>
              </a:ext>
            </a:extLst>
          </p:cNvPr>
          <p:cNvSpPr/>
          <p:nvPr/>
        </p:nvSpPr>
        <p:spPr>
          <a:xfrm>
            <a:off x="2606418" y="264889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C6786D-9BF3-F469-239C-F6CEE22FCCD8}"/>
              </a:ext>
            </a:extLst>
          </p:cNvPr>
          <p:cNvSpPr/>
          <p:nvPr/>
        </p:nvSpPr>
        <p:spPr>
          <a:xfrm>
            <a:off x="547688" y="3021633"/>
            <a:ext cx="2059200" cy="3822827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Corporate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Employee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Customer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Third Party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Investor Brand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bg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GB" sz="1400" dirty="0">
                <a:solidFill>
                  <a:schemeClr val="bg1"/>
                </a:solidFill>
              </a:rPr>
              <a:t>ESG Brand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C1A8A4-A873-ACED-0439-7359A159768C}"/>
              </a:ext>
            </a:extLst>
          </p:cNvPr>
          <p:cNvSpPr/>
          <p:nvPr/>
        </p:nvSpPr>
        <p:spPr>
          <a:xfrm>
            <a:off x="547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CD42C1-F43C-A87F-16DD-2CADBF43FA6D}"/>
              </a:ext>
            </a:extLst>
          </p:cNvPr>
          <p:cNvSpPr/>
          <p:nvPr/>
        </p:nvSpPr>
        <p:spPr>
          <a:xfrm>
            <a:off x="4663017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3BDFEAA-AA8A-6F37-9665-CB2E1F01DD52}"/>
              </a:ext>
            </a:extLst>
          </p:cNvPr>
          <p:cNvSpPr/>
          <p:nvPr/>
        </p:nvSpPr>
        <p:spPr>
          <a:xfrm>
            <a:off x="8778346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88C576-DA3E-1F7F-57A7-C553E81A6019}"/>
              </a:ext>
            </a:extLst>
          </p:cNvPr>
          <p:cNvSpPr/>
          <p:nvPr/>
        </p:nvSpPr>
        <p:spPr>
          <a:xfrm>
            <a:off x="12895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DD243D-8A97-DC12-D348-F6EF6D85619D}"/>
              </a:ext>
            </a:extLst>
          </p:cNvPr>
          <p:cNvSpPr/>
          <p:nvPr/>
        </p:nvSpPr>
        <p:spPr>
          <a:xfrm>
            <a:off x="2606418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0D418AC-025B-F668-11C1-24D049141EBB}"/>
              </a:ext>
            </a:extLst>
          </p:cNvPr>
          <p:cNvSpPr/>
          <p:nvPr/>
        </p:nvSpPr>
        <p:spPr>
          <a:xfrm>
            <a:off x="4663561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CDEB67-5FD9-4CAE-41CA-75B6A0A0DD8F}"/>
              </a:ext>
            </a:extLst>
          </p:cNvPr>
          <p:cNvSpPr/>
          <p:nvPr/>
        </p:nvSpPr>
        <p:spPr>
          <a:xfrm>
            <a:off x="6717456" y="405401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569EE3-C337-9FA4-AE71-D34AF898142A}"/>
              </a:ext>
            </a:extLst>
          </p:cNvPr>
          <p:cNvSpPr/>
          <p:nvPr/>
        </p:nvSpPr>
        <p:spPr>
          <a:xfrm>
            <a:off x="6717456" y="545278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622285F-FBA6-65F6-A45A-A8965587C557}"/>
              </a:ext>
            </a:extLst>
          </p:cNvPr>
          <p:cNvSpPr/>
          <p:nvPr/>
        </p:nvSpPr>
        <p:spPr>
          <a:xfrm>
            <a:off x="6719888" y="2288863"/>
            <a:ext cx="41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070C67-DDF5-5688-FF06-637B673A492C}"/>
              </a:ext>
            </a:extLst>
          </p:cNvPr>
          <p:cNvSpPr/>
          <p:nvPr/>
        </p:nvSpPr>
        <p:spPr>
          <a:xfrm>
            <a:off x="547688" y="2288248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52E8F8-94F8-5D41-F9F3-00C4C6080E0B}"/>
              </a:ext>
            </a:extLst>
          </p:cNvPr>
          <p:cNvSpPr/>
          <p:nvPr/>
        </p:nvSpPr>
        <p:spPr>
          <a:xfrm>
            <a:off x="10832888" y="2288863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494E8F-46CC-3FC2-C61A-932BEF242E73}"/>
              </a:ext>
            </a:extLst>
          </p:cNvPr>
          <p:cNvSpPr/>
          <p:nvPr/>
        </p:nvSpPr>
        <p:spPr>
          <a:xfrm>
            <a:off x="547688" y="6851558"/>
            <a:ext cx="16462800" cy="360000"/>
          </a:xfrm>
          <a:prstGeom prst="rect">
            <a:avLst/>
          </a:prstGeom>
          <a:solidFill>
            <a:schemeClr val="bg1">
              <a:lumMod val="95000"/>
              <a:alpha val="3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F616C5-6BB3-D607-9BF2-A0763395D0EC}"/>
              </a:ext>
            </a:extLst>
          </p:cNvPr>
          <p:cNvSpPr/>
          <p:nvPr/>
        </p:nvSpPr>
        <p:spPr>
          <a:xfrm>
            <a:off x="4663017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2" rtlCol="0" anchor="ctr"/>
          <a:lstStyle/>
          <a:p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083AD14-6B52-ED8E-8830-96F5995BA724}"/>
              </a:ext>
            </a:extLst>
          </p:cNvPr>
          <p:cNvSpPr/>
          <p:nvPr/>
        </p:nvSpPr>
        <p:spPr>
          <a:xfrm>
            <a:off x="8778346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644EC6-6E0E-0540-F728-AB17AF8E627C}"/>
              </a:ext>
            </a:extLst>
          </p:cNvPr>
          <p:cNvSpPr/>
          <p:nvPr/>
        </p:nvSpPr>
        <p:spPr>
          <a:xfrm>
            <a:off x="12895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" name="Connector: Curved 23">
            <a:extLst>
              <a:ext uri="{FF2B5EF4-FFF2-40B4-BE49-F238E27FC236}">
                <a16:creationId xmlns:a16="http://schemas.microsoft.com/office/drawing/2014/main" id="{C96F4016-9F17-2E0D-577E-D4C9E37906D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779088" y="-4552902"/>
            <a:ext cx="12700" cy="14403600"/>
          </a:xfrm>
          <a:prstGeom prst="bentConnector3">
            <a:avLst>
              <a:gd name="adj1" fmla="val 4326315"/>
            </a:avLst>
          </a:prstGeom>
          <a:ln w="60325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BEABE278-513F-1E1E-4D92-EE8D80FFDDD4}"/>
              </a:ext>
            </a:extLst>
          </p:cNvPr>
          <p:cNvCxnSpPr>
            <a:cxnSpLocks/>
            <a:stCxn id="21" idx="2"/>
            <a:endCxn id="27" idx="2"/>
          </p:cNvCxnSpPr>
          <p:nvPr/>
        </p:nvCxnSpPr>
        <p:spPr>
          <a:xfrm rot="5400000" flipH="1">
            <a:off x="8778901" y="-357153"/>
            <a:ext cx="373" cy="14403600"/>
          </a:xfrm>
          <a:prstGeom prst="bentConnector3">
            <a:avLst>
              <a:gd name="adj1" fmla="val -155905898"/>
            </a:avLst>
          </a:prstGeom>
          <a:ln w="60325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729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5D21C-86F9-2E5D-DBA0-EEE446F1D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AB0366-207B-1ACF-F08A-4BC8A3A967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720000" rIns="720000" numCol="1" anchor="ctr"/>
          <a:lstStyle/>
          <a:p>
            <a:pPr algn="ctr"/>
            <a:r>
              <a:rPr lang="en-GB" sz="4800" dirty="0"/>
              <a:t>Brand (Our Promise) &gt; Orchestration of Value Creation Activities &gt; Reputation (The Reality)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254CA0-18FE-47BB-5C20-9912779DC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Cause &amp; Effect 1</a:t>
            </a:r>
          </a:p>
        </p:txBody>
      </p:sp>
    </p:spTree>
    <p:extLst>
      <p:ext uri="{BB962C8B-B14F-4D97-AF65-F5344CB8AC3E}">
        <p14:creationId xmlns:p14="http://schemas.microsoft.com/office/powerpoint/2010/main" val="894485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79968-129E-A2C7-EBF7-AFFF5C86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4D0981-294B-41EB-C236-71553F49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774587"/>
            <a:ext cx="16459200" cy="1440000"/>
          </a:xfrm>
        </p:spPr>
        <p:txBody>
          <a:bodyPr anchor="ctr"/>
          <a:lstStyle/>
          <a:p>
            <a:r>
              <a:rPr lang="en-GB" sz="5400" dirty="0"/>
              <a:t>Cause &amp; Effect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493B23-4C96-157C-1744-01D721581403}"/>
              </a:ext>
            </a:extLst>
          </p:cNvPr>
          <p:cNvSpPr/>
          <p:nvPr/>
        </p:nvSpPr>
        <p:spPr>
          <a:xfrm>
            <a:off x="5476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6BEF2-8AFA-4A9E-EA03-DB39F5F199B6}"/>
              </a:ext>
            </a:extLst>
          </p:cNvPr>
          <p:cNvSpPr/>
          <p:nvPr/>
        </p:nvSpPr>
        <p:spPr>
          <a:xfrm>
            <a:off x="4663561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235FB3-15BC-599F-3ABC-2B20DE5907B1}"/>
              </a:ext>
            </a:extLst>
          </p:cNvPr>
          <p:cNvSpPr/>
          <p:nvPr/>
        </p:nvSpPr>
        <p:spPr>
          <a:xfrm>
            <a:off x="6720704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617D2-5840-EDFB-8312-B17DCFA08E47}"/>
              </a:ext>
            </a:extLst>
          </p:cNvPr>
          <p:cNvSpPr/>
          <p:nvPr/>
        </p:nvSpPr>
        <p:spPr>
          <a:xfrm>
            <a:off x="8777847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E083A8-C8DC-4601-D49E-4E5EB6A8754E}"/>
              </a:ext>
            </a:extLst>
          </p:cNvPr>
          <p:cNvSpPr/>
          <p:nvPr/>
        </p:nvSpPr>
        <p:spPr>
          <a:xfrm>
            <a:off x="10834990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C27FB9-D125-1E50-1D27-B0078C66EA7D}"/>
              </a:ext>
            </a:extLst>
          </p:cNvPr>
          <p:cNvSpPr/>
          <p:nvPr/>
        </p:nvSpPr>
        <p:spPr>
          <a:xfrm>
            <a:off x="12892133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96A65E-8240-C8DA-BBFC-D4532244B043}"/>
              </a:ext>
            </a:extLst>
          </p:cNvPr>
          <p:cNvSpPr/>
          <p:nvPr/>
        </p:nvSpPr>
        <p:spPr>
          <a:xfrm>
            <a:off x="149512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459336-6DC2-D95E-CD71-65BC4DACCBE2}"/>
              </a:ext>
            </a:extLst>
          </p:cNvPr>
          <p:cNvSpPr/>
          <p:nvPr/>
        </p:nvSpPr>
        <p:spPr>
          <a:xfrm>
            <a:off x="2606418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FAF5EA-7480-04AD-1F74-0F844D95B2D8}"/>
              </a:ext>
            </a:extLst>
          </p:cNvPr>
          <p:cNvSpPr/>
          <p:nvPr/>
        </p:nvSpPr>
        <p:spPr>
          <a:xfrm>
            <a:off x="4663561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0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75C17B-9B7D-6C53-92D6-6CB2DD273ECB}"/>
              </a:ext>
            </a:extLst>
          </p:cNvPr>
          <p:cNvSpPr/>
          <p:nvPr/>
        </p:nvSpPr>
        <p:spPr>
          <a:xfrm>
            <a:off x="6720704" y="302163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0CD3EC-3AF4-04DF-AC62-6870F6955DA5}"/>
              </a:ext>
            </a:extLst>
          </p:cNvPr>
          <p:cNvSpPr/>
          <p:nvPr/>
        </p:nvSpPr>
        <p:spPr>
          <a:xfrm>
            <a:off x="8777847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BC8338-E3F4-8E51-28EF-25578F278A76}"/>
              </a:ext>
            </a:extLst>
          </p:cNvPr>
          <p:cNvSpPr/>
          <p:nvPr/>
        </p:nvSpPr>
        <p:spPr>
          <a:xfrm>
            <a:off x="2606418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6C6C42-6795-FD58-C248-F4FBA845239E}"/>
              </a:ext>
            </a:extLst>
          </p:cNvPr>
          <p:cNvSpPr/>
          <p:nvPr/>
        </p:nvSpPr>
        <p:spPr>
          <a:xfrm>
            <a:off x="547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2" rtlCol="0" anchor="ctr"/>
          <a:lstStyle/>
          <a:p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58C853-396F-B002-1F64-F4BD9558D846}"/>
              </a:ext>
            </a:extLst>
          </p:cNvPr>
          <p:cNvSpPr/>
          <p:nvPr/>
        </p:nvSpPr>
        <p:spPr>
          <a:xfrm>
            <a:off x="4663561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D0E436-39C3-2CE6-BAD7-FD38F00569AC}"/>
              </a:ext>
            </a:extLst>
          </p:cNvPr>
          <p:cNvSpPr/>
          <p:nvPr/>
        </p:nvSpPr>
        <p:spPr>
          <a:xfrm>
            <a:off x="6720704" y="442040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09253A-314A-2C31-687D-72F084BEBFB4}"/>
              </a:ext>
            </a:extLst>
          </p:cNvPr>
          <p:cNvSpPr/>
          <p:nvPr/>
        </p:nvSpPr>
        <p:spPr>
          <a:xfrm>
            <a:off x="10834990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9052EB-7E55-8E5D-A98D-92F4ABFDE45D}"/>
              </a:ext>
            </a:extLst>
          </p:cNvPr>
          <p:cNvSpPr/>
          <p:nvPr/>
        </p:nvSpPr>
        <p:spPr>
          <a:xfrm>
            <a:off x="12892133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014B9E-4084-EBDD-FF45-10881DFF6AD9}"/>
              </a:ext>
            </a:extLst>
          </p:cNvPr>
          <p:cNvSpPr/>
          <p:nvPr/>
        </p:nvSpPr>
        <p:spPr>
          <a:xfrm>
            <a:off x="14951288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1E657AC-8AD7-1CBC-16FB-7FFD035965CB}"/>
              </a:ext>
            </a:extLst>
          </p:cNvPr>
          <p:cNvSpPr/>
          <p:nvPr/>
        </p:nvSpPr>
        <p:spPr>
          <a:xfrm>
            <a:off x="6717456" y="581917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CAEF83-07C2-272C-5ED6-809550C25991}"/>
              </a:ext>
            </a:extLst>
          </p:cNvPr>
          <p:cNvSpPr/>
          <p:nvPr/>
        </p:nvSpPr>
        <p:spPr>
          <a:xfrm>
            <a:off x="260641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26E84A-C17E-87DA-3CD3-D1993293511E}"/>
              </a:ext>
            </a:extLst>
          </p:cNvPr>
          <p:cNvSpPr/>
          <p:nvPr/>
        </p:nvSpPr>
        <p:spPr>
          <a:xfrm>
            <a:off x="547688" y="3021633"/>
            <a:ext cx="2059200" cy="382282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840DE10-9913-760B-EA62-8DF24D5C647D}"/>
              </a:ext>
            </a:extLst>
          </p:cNvPr>
          <p:cNvSpPr/>
          <p:nvPr/>
        </p:nvSpPr>
        <p:spPr>
          <a:xfrm>
            <a:off x="547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6DD7D9-7084-9D70-3DD5-2839F429910D}"/>
              </a:ext>
            </a:extLst>
          </p:cNvPr>
          <p:cNvSpPr/>
          <p:nvPr/>
        </p:nvSpPr>
        <p:spPr>
          <a:xfrm>
            <a:off x="4663017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361CE2C-91D0-90E5-0BE2-E4A9B4A616BF}"/>
              </a:ext>
            </a:extLst>
          </p:cNvPr>
          <p:cNvSpPr/>
          <p:nvPr/>
        </p:nvSpPr>
        <p:spPr>
          <a:xfrm>
            <a:off x="8778346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BE30A5-80F5-1C0E-FC90-D0BB57F3CA59}"/>
              </a:ext>
            </a:extLst>
          </p:cNvPr>
          <p:cNvSpPr/>
          <p:nvPr/>
        </p:nvSpPr>
        <p:spPr>
          <a:xfrm>
            <a:off x="12895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72425B-EE55-06B4-139B-95A6A09A22E8}"/>
              </a:ext>
            </a:extLst>
          </p:cNvPr>
          <p:cNvSpPr/>
          <p:nvPr/>
        </p:nvSpPr>
        <p:spPr>
          <a:xfrm>
            <a:off x="2606418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2B4ABA-06DC-4175-5EF9-28132A954A48}"/>
              </a:ext>
            </a:extLst>
          </p:cNvPr>
          <p:cNvSpPr/>
          <p:nvPr/>
        </p:nvSpPr>
        <p:spPr>
          <a:xfrm>
            <a:off x="4663561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F6859C4-8D5B-66F4-CA20-0C772EB9DF54}"/>
              </a:ext>
            </a:extLst>
          </p:cNvPr>
          <p:cNvSpPr/>
          <p:nvPr/>
        </p:nvSpPr>
        <p:spPr>
          <a:xfrm>
            <a:off x="6717456" y="405401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3918CB-A1DB-41B1-4355-979A6EE03DED}"/>
              </a:ext>
            </a:extLst>
          </p:cNvPr>
          <p:cNvSpPr/>
          <p:nvPr/>
        </p:nvSpPr>
        <p:spPr>
          <a:xfrm>
            <a:off x="6717456" y="545278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4800DAB-03E3-4F10-0F45-66026B88F99A}"/>
              </a:ext>
            </a:extLst>
          </p:cNvPr>
          <p:cNvSpPr/>
          <p:nvPr/>
        </p:nvSpPr>
        <p:spPr>
          <a:xfrm>
            <a:off x="6719888" y="2288863"/>
            <a:ext cx="41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EXECUTION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0C4CBC-F4AC-C591-35DD-8B415E3C7454}"/>
              </a:ext>
            </a:extLst>
          </p:cNvPr>
          <p:cNvSpPr/>
          <p:nvPr/>
        </p:nvSpPr>
        <p:spPr>
          <a:xfrm>
            <a:off x="547688" y="2288248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ENABLERS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688DD2-E1F6-0CAC-31C8-0EDE79029B20}"/>
              </a:ext>
            </a:extLst>
          </p:cNvPr>
          <p:cNvSpPr/>
          <p:nvPr/>
        </p:nvSpPr>
        <p:spPr>
          <a:xfrm>
            <a:off x="10832888" y="2288863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VALUE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B855ED-32FE-4251-0AA7-C711AC88985B}"/>
              </a:ext>
            </a:extLst>
          </p:cNvPr>
          <p:cNvSpPr/>
          <p:nvPr/>
        </p:nvSpPr>
        <p:spPr>
          <a:xfrm>
            <a:off x="547688" y="6851558"/>
            <a:ext cx="164628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ECONOMICS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301737-FC09-34CF-CE31-0771B6A94AEB}"/>
              </a:ext>
            </a:extLst>
          </p:cNvPr>
          <p:cNvSpPr/>
          <p:nvPr/>
        </p:nvSpPr>
        <p:spPr>
          <a:xfrm>
            <a:off x="4663017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6A6673D-266B-CC41-FCE1-D57D7BAA3135}"/>
              </a:ext>
            </a:extLst>
          </p:cNvPr>
          <p:cNvSpPr/>
          <p:nvPr/>
        </p:nvSpPr>
        <p:spPr>
          <a:xfrm>
            <a:off x="8778346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F0CBE7C-2721-A5A9-3DB9-DC76792E4151}"/>
              </a:ext>
            </a:extLst>
          </p:cNvPr>
          <p:cNvSpPr/>
          <p:nvPr/>
        </p:nvSpPr>
        <p:spPr>
          <a:xfrm>
            <a:off x="12895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BCE1B14-8116-AA25-52D5-304E59716626}"/>
              </a:ext>
            </a:extLst>
          </p:cNvPr>
          <p:cNvCxnSpPr>
            <a:cxnSpLocks/>
            <a:stCxn id="38" idx="0"/>
            <a:endCxn id="37" idx="0"/>
          </p:cNvCxnSpPr>
          <p:nvPr/>
        </p:nvCxnSpPr>
        <p:spPr>
          <a:xfrm rot="16200000" flipH="1">
            <a:off x="6207480" y="-282745"/>
            <a:ext cx="615" cy="5142600"/>
          </a:xfrm>
          <a:prstGeom prst="bentConnector3">
            <a:avLst>
              <a:gd name="adj1" fmla="val -37170732"/>
            </a:avLst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2B8F7EE5-5931-5558-DF9C-80C6830BB17E}"/>
              </a:ext>
            </a:extLst>
          </p:cNvPr>
          <p:cNvCxnSpPr>
            <a:cxnSpLocks/>
            <a:stCxn id="37" idx="0"/>
            <a:endCxn id="40" idx="0"/>
          </p:cNvCxnSpPr>
          <p:nvPr/>
        </p:nvCxnSpPr>
        <p:spPr>
          <a:xfrm rot="5400000" flipH="1" flipV="1">
            <a:off x="11350388" y="-282437"/>
            <a:ext cx="12700" cy="5142600"/>
          </a:xfrm>
          <a:prstGeom prst="bentConnector3">
            <a:avLst>
              <a:gd name="adj1" fmla="val 1800000"/>
            </a:avLst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34B91B64-5795-2CF4-B87C-51BF9C307B04}"/>
              </a:ext>
            </a:extLst>
          </p:cNvPr>
          <p:cNvSpPr/>
          <p:nvPr/>
        </p:nvSpPr>
        <p:spPr>
          <a:xfrm flipH="1">
            <a:off x="4483929" y="6851558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BDF0AB-CB9A-F764-28E8-83EDCAF53A78}"/>
              </a:ext>
            </a:extLst>
          </p:cNvPr>
          <p:cNvSpPr/>
          <p:nvPr/>
        </p:nvSpPr>
        <p:spPr>
          <a:xfrm flipH="1">
            <a:off x="12713162" y="6851558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7" name="Connector: Curved 23">
            <a:extLst>
              <a:ext uri="{FF2B5EF4-FFF2-40B4-BE49-F238E27FC236}">
                <a16:creationId xmlns:a16="http://schemas.microsoft.com/office/drawing/2014/main" id="{25F3D14F-D302-4BFA-DEE6-E6B3982C7018}"/>
              </a:ext>
            </a:extLst>
          </p:cNvPr>
          <p:cNvCxnSpPr>
            <a:cxnSpLocks/>
            <a:stCxn id="54" idx="3"/>
            <a:endCxn id="38" idx="2"/>
          </p:cNvCxnSpPr>
          <p:nvPr/>
        </p:nvCxnSpPr>
        <p:spPr>
          <a:xfrm rot="10800000">
            <a:off x="3636489" y="2648248"/>
            <a:ext cx="847441" cy="4383310"/>
          </a:xfrm>
          <a:prstGeom prst="bentConnector2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23">
            <a:extLst>
              <a:ext uri="{FF2B5EF4-FFF2-40B4-BE49-F238E27FC236}">
                <a16:creationId xmlns:a16="http://schemas.microsoft.com/office/drawing/2014/main" id="{E0735A23-0724-A235-D8A5-66089E9AF555}"/>
              </a:ext>
            </a:extLst>
          </p:cNvPr>
          <p:cNvCxnSpPr>
            <a:cxnSpLocks/>
            <a:stCxn id="40" idx="2"/>
            <a:endCxn id="55" idx="1"/>
          </p:cNvCxnSpPr>
          <p:nvPr/>
        </p:nvCxnSpPr>
        <p:spPr>
          <a:xfrm rot="5400000">
            <a:off x="11306078" y="4415947"/>
            <a:ext cx="4382695" cy="848526"/>
          </a:xfrm>
          <a:prstGeom prst="bentConnector2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23">
            <a:extLst>
              <a:ext uri="{FF2B5EF4-FFF2-40B4-BE49-F238E27FC236}">
                <a16:creationId xmlns:a16="http://schemas.microsoft.com/office/drawing/2014/main" id="{D134BD1D-E332-7898-6C7A-5BBF4DFE6B1A}"/>
              </a:ext>
            </a:extLst>
          </p:cNvPr>
          <p:cNvCxnSpPr>
            <a:cxnSpLocks/>
            <a:stCxn id="65" idx="1"/>
            <a:endCxn id="54" idx="3"/>
          </p:cNvCxnSpPr>
          <p:nvPr/>
        </p:nvCxnSpPr>
        <p:spPr>
          <a:xfrm flipH="1">
            <a:off x="4483929" y="7031558"/>
            <a:ext cx="3443127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C42F6401-8BF4-B82F-4736-7B68DDDE7513}"/>
              </a:ext>
            </a:extLst>
          </p:cNvPr>
          <p:cNvSpPr/>
          <p:nvPr/>
        </p:nvSpPr>
        <p:spPr>
          <a:xfrm flipH="1">
            <a:off x="7567056" y="6851558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4C447F3-1517-ABD4-6BBF-34E1F544951E}"/>
              </a:ext>
            </a:extLst>
          </p:cNvPr>
          <p:cNvSpPr/>
          <p:nvPr/>
        </p:nvSpPr>
        <p:spPr>
          <a:xfrm flipH="1">
            <a:off x="9627447" y="6851558"/>
            <a:ext cx="360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9" name="Connector: Curved 23">
            <a:extLst>
              <a:ext uri="{FF2B5EF4-FFF2-40B4-BE49-F238E27FC236}">
                <a16:creationId xmlns:a16="http://schemas.microsoft.com/office/drawing/2014/main" id="{AD85BA47-7FB4-3A4D-699C-AE171AEF4C68}"/>
              </a:ext>
            </a:extLst>
          </p:cNvPr>
          <p:cNvCxnSpPr>
            <a:cxnSpLocks/>
            <a:stCxn id="55" idx="1"/>
            <a:endCxn id="66" idx="3"/>
          </p:cNvCxnSpPr>
          <p:nvPr/>
        </p:nvCxnSpPr>
        <p:spPr>
          <a:xfrm flipH="1">
            <a:off x="9627447" y="7031558"/>
            <a:ext cx="3445715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653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58C732-702A-7E57-DE4A-F10A73EDB6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720000" rIns="720000" numCol="1" anchor="ctr"/>
          <a:lstStyle/>
          <a:p>
            <a:pPr algn="ctr"/>
            <a:r>
              <a:rPr lang="en-GB" sz="4800" dirty="0"/>
              <a:t>Enablers to Execution to Value underpinned by the firm economics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7124E9-F010-846C-A542-27827811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Cause &amp; Effect 2</a:t>
            </a:r>
          </a:p>
        </p:txBody>
      </p:sp>
    </p:spTree>
    <p:extLst>
      <p:ext uri="{BB962C8B-B14F-4D97-AF65-F5344CB8AC3E}">
        <p14:creationId xmlns:p14="http://schemas.microsoft.com/office/powerpoint/2010/main" val="3378763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6856A-0E1B-C9EF-74D2-37087262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D7FDDE-A09F-A8A3-7275-DA0D05C7A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275" y="774587"/>
            <a:ext cx="16459200" cy="1440000"/>
          </a:xfrm>
        </p:spPr>
        <p:txBody>
          <a:bodyPr anchor="ctr"/>
          <a:lstStyle/>
          <a:p>
            <a:r>
              <a:rPr lang="en-GB" dirty="0"/>
              <a:t>Cause &amp; Effect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6193D-7ED6-32A2-255C-47FBA904C3AE}"/>
              </a:ext>
            </a:extLst>
          </p:cNvPr>
          <p:cNvSpPr/>
          <p:nvPr/>
        </p:nvSpPr>
        <p:spPr>
          <a:xfrm>
            <a:off x="5476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BRAND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A1C43C-DDE8-B9CB-12D6-336112B44DDE}"/>
              </a:ext>
            </a:extLst>
          </p:cNvPr>
          <p:cNvSpPr/>
          <p:nvPr/>
        </p:nvSpPr>
        <p:spPr>
          <a:xfrm>
            <a:off x="4663002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TECHNOLOGY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F2962-4373-45DE-1B74-2B1000E9F1FF}"/>
              </a:ext>
            </a:extLst>
          </p:cNvPr>
          <p:cNvSpPr/>
          <p:nvPr/>
        </p:nvSpPr>
        <p:spPr>
          <a:xfrm>
            <a:off x="6720659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PROCESSES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98CAE2-9137-9C7D-96C5-28AF527FA9D0}"/>
              </a:ext>
            </a:extLst>
          </p:cNvPr>
          <p:cNvSpPr/>
          <p:nvPr/>
        </p:nvSpPr>
        <p:spPr>
          <a:xfrm>
            <a:off x="8778316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PRODUCTS &amp;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4A0D12-80C5-2469-6412-7338F41A7E68}"/>
              </a:ext>
            </a:extLst>
          </p:cNvPr>
          <p:cNvSpPr/>
          <p:nvPr/>
        </p:nvSpPr>
        <p:spPr>
          <a:xfrm>
            <a:off x="10835973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ANNUAL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931EF2-F086-CECF-1180-0D55985F487F}"/>
              </a:ext>
            </a:extLst>
          </p:cNvPr>
          <p:cNvSpPr/>
          <p:nvPr/>
        </p:nvSpPr>
        <p:spPr>
          <a:xfrm>
            <a:off x="12893630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STRATEGIC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31E865-0504-A7C3-7874-1E7527933758}"/>
              </a:ext>
            </a:extLst>
          </p:cNvPr>
          <p:cNvSpPr/>
          <p:nvPr/>
        </p:nvSpPr>
        <p:spPr>
          <a:xfrm>
            <a:off x="14951288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REPUTATION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F26352-FE3A-8F98-AE5E-FD9F5981FA35}"/>
              </a:ext>
            </a:extLst>
          </p:cNvPr>
          <p:cNvSpPr/>
          <p:nvPr/>
        </p:nvSpPr>
        <p:spPr>
          <a:xfrm>
            <a:off x="2606418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endParaRPr lang="en-GB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68C7C2-65E6-F84B-FE1E-E854C01BEF80}"/>
              </a:ext>
            </a:extLst>
          </p:cNvPr>
          <p:cNvSpPr/>
          <p:nvPr/>
        </p:nvSpPr>
        <p:spPr>
          <a:xfrm>
            <a:off x="4663561" y="302163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  <a:p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7BE165-01A4-FB19-C708-36276ACB4713}"/>
              </a:ext>
            </a:extLst>
          </p:cNvPr>
          <p:cNvSpPr/>
          <p:nvPr/>
        </p:nvSpPr>
        <p:spPr>
          <a:xfrm>
            <a:off x="6720704" y="302163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C78CC8-B777-C502-ADE7-4F72E63F2085}"/>
              </a:ext>
            </a:extLst>
          </p:cNvPr>
          <p:cNvSpPr/>
          <p:nvPr/>
        </p:nvSpPr>
        <p:spPr>
          <a:xfrm>
            <a:off x="8777847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C4EBAA-EA0C-32FF-1931-FDAB7B1D3E52}"/>
              </a:ext>
            </a:extLst>
          </p:cNvPr>
          <p:cNvSpPr/>
          <p:nvPr/>
        </p:nvSpPr>
        <p:spPr>
          <a:xfrm>
            <a:off x="2606418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547AD4-CC03-18B0-F101-90F22D28C657}"/>
              </a:ext>
            </a:extLst>
          </p:cNvPr>
          <p:cNvSpPr/>
          <p:nvPr/>
        </p:nvSpPr>
        <p:spPr>
          <a:xfrm>
            <a:off x="547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231ACA-E417-6483-6408-FF27E475F78F}"/>
              </a:ext>
            </a:extLst>
          </p:cNvPr>
          <p:cNvSpPr/>
          <p:nvPr/>
        </p:nvSpPr>
        <p:spPr>
          <a:xfrm>
            <a:off x="4663561" y="5124373"/>
            <a:ext cx="2059200" cy="17208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180000"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6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4B3BE5-99AA-BF11-2F3F-3329A4C63AD9}"/>
              </a:ext>
            </a:extLst>
          </p:cNvPr>
          <p:cNvSpPr/>
          <p:nvPr/>
        </p:nvSpPr>
        <p:spPr>
          <a:xfrm>
            <a:off x="6720704" y="442040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75F7E5-2BE1-6A6B-733D-236B86CEE9F4}"/>
              </a:ext>
            </a:extLst>
          </p:cNvPr>
          <p:cNvSpPr/>
          <p:nvPr/>
        </p:nvSpPr>
        <p:spPr>
          <a:xfrm>
            <a:off x="10834990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GB" sz="12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27F755-7167-4FA1-548B-73FC970EAF8C}"/>
              </a:ext>
            </a:extLst>
          </p:cNvPr>
          <p:cNvSpPr/>
          <p:nvPr/>
        </p:nvSpPr>
        <p:spPr>
          <a:xfrm>
            <a:off x="12892133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74EFC3-CF6C-2869-1BF1-6DE91AB082FA}"/>
              </a:ext>
            </a:extLst>
          </p:cNvPr>
          <p:cNvSpPr/>
          <p:nvPr/>
        </p:nvSpPr>
        <p:spPr>
          <a:xfrm>
            <a:off x="14951288" y="3021633"/>
            <a:ext cx="2059200" cy="38232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b="1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635711-AD31-2FDD-952A-CE8DFC4166ED}"/>
              </a:ext>
            </a:extLst>
          </p:cNvPr>
          <p:cNvSpPr/>
          <p:nvPr/>
        </p:nvSpPr>
        <p:spPr>
          <a:xfrm>
            <a:off x="6717456" y="5819173"/>
            <a:ext cx="20592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E764B6-3CBD-E108-E310-3550DD332A40}"/>
              </a:ext>
            </a:extLst>
          </p:cNvPr>
          <p:cNvSpPr/>
          <p:nvPr/>
        </p:nvSpPr>
        <p:spPr>
          <a:xfrm>
            <a:off x="2605345" y="265524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CULTURE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8ED86D-E2DF-F90F-571B-F2CA350CC8AF}"/>
              </a:ext>
            </a:extLst>
          </p:cNvPr>
          <p:cNvSpPr/>
          <p:nvPr/>
        </p:nvSpPr>
        <p:spPr>
          <a:xfrm>
            <a:off x="547688" y="3021633"/>
            <a:ext cx="2059200" cy="3822827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050" b="1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2E794E-5A40-DBA8-53FB-529FB09935DD}"/>
              </a:ext>
            </a:extLst>
          </p:cNvPr>
          <p:cNvSpPr/>
          <p:nvPr/>
        </p:nvSpPr>
        <p:spPr>
          <a:xfrm>
            <a:off x="547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FINANCIALS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5A6294-63BA-2755-920B-73B0C1DA2C92}"/>
              </a:ext>
            </a:extLst>
          </p:cNvPr>
          <p:cNvSpPr/>
          <p:nvPr/>
        </p:nvSpPr>
        <p:spPr>
          <a:xfrm>
            <a:off x="4663017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BUSINESS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C2965C-B02D-E33F-8D25-40B2A1BF4395}"/>
              </a:ext>
            </a:extLst>
          </p:cNvPr>
          <p:cNvSpPr/>
          <p:nvPr/>
        </p:nvSpPr>
        <p:spPr>
          <a:xfrm>
            <a:off x="8778346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EXTERNAL ENVIRONMENT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D26876-A6D5-03D4-85A4-C32D190A8B52}"/>
              </a:ext>
            </a:extLst>
          </p:cNvPr>
          <p:cNvSpPr/>
          <p:nvPr/>
        </p:nvSpPr>
        <p:spPr>
          <a:xfrm>
            <a:off x="12895688" y="7217943"/>
            <a:ext cx="41148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GOVERNANCE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2DB28F-D393-7E07-77DC-47BB514B689F}"/>
              </a:ext>
            </a:extLst>
          </p:cNvPr>
          <p:cNvSpPr/>
          <p:nvPr/>
        </p:nvSpPr>
        <p:spPr>
          <a:xfrm>
            <a:off x="2606418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PEOPLE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CD5331E-DF62-8B3F-5C17-53C74116B122}"/>
              </a:ext>
            </a:extLst>
          </p:cNvPr>
          <p:cNvSpPr/>
          <p:nvPr/>
        </p:nvSpPr>
        <p:spPr>
          <a:xfrm>
            <a:off x="4663561" y="4753403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THIRD PARTIES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DC9A111-AD3F-E7E7-0CDA-5EF704E531C9}"/>
              </a:ext>
            </a:extLst>
          </p:cNvPr>
          <p:cNvSpPr/>
          <p:nvPr/>
        </p:nvSpPr>
        <p:spPr>
          <a:xfrm>
            <a:off x="6717456" y="405401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>
                <a:solidFill>
                  <a:schemeClr val="tx1"/>
                </a:solidFill>
              </a:rPr>
              <a:t>CHANGE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FE6DE1-48B8-294D-8E92-03F737F8CD70}"/>
              </a:ext>
            </a:extLst>
          </p:cNvPr>
          <p:cNvSpPr/>
          <p:nvPr/>
        </p:nvSpPr>
        <p:spPr>
          <a:xfrm>
            <a:off x="6717456" y="5452788"/>
            <a:ext cx="205920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INNOVATION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13CB94-4214-9E5F-73FA-E84D50F78792}"/>
              </a:ext>
            </a:extLst>
          </p:cNvPr>
          <p:cNvSpPr/>
          <p:nvPr/>
        </p:nvSpPr>
        <p:spPr>
          <a:xfrm>
            <a:off x="6719888" y="2288863"/>
            <a:ext cx="41184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EXECUTION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52852F2-8893-6CFD-55F9-C82C8AD23C32}"/>
              </a:ext>
            </a:extLst>
          </p:cNvPr>
          <p:cNvSpPr/>
          <p:nvPr/>
        </p:nvSpPr>
        <p:spPr>
          <a:xfrm>
            <a:off x="547688" y="2288248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ENABLERS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14DB70B-37E4-D133-BF2B-0D19B07E10D4}"/>
              </a:ext>
            </a:extLst>
          </p:cNvPr>
          <p:cNvSpPr/>
          <p:nvPr/>
        </p:nvSpPr>
        <p:spPr>
          <a:xfrm>
            <a:off x="10832888" y="2288863"/>
            <a:ext cx="61776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VALUE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BF0E454-6DAC-D25D-5C68-17F0C009BC35}"/>
              </a:ext>
            </a:extLst>
          </p:cNvPr>
          <p:cNvSpPr/>
          <p:nvPr/>
        </p:nvSpPr>
        <p:spPr>
          <a:xfrm>
            <a:off x="547688" y="6851558"/>
            <a:ext cx="16462800" cy="36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GB" sz="1200" b="1" dirty="0">
                <a:solidFill>
                  <a:schemeClr val="tx1"/>
                </a:solidFill>
              </a:rPr>
              <a:t>ECOMONICS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A63AA1-A49E-4E56-9834-327C7FFB528E}"/>
              </a:ext>
            </a:extLst>
          </p:cNvPr>
          <p:cNvSpPr/>
          <p:nvPr/>
        </p:nvSpPr>
        <p:spPr>
          <a:xfrm>
            <a:off x="4663017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36000" numCol="2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951FB9-245E-603F-C10F-C2D6F54D42BF}"/>
              </a:ext>
            </a:extLst>
          </p:cNvPr>
          <p:cNvSpPr/>
          <p:nvPr/>
        </p:nvSpPr>
        <p:spPr>
          <a:xfrm>
            <a:off x="8778346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E516F99-2BB7-B37B-4E45-080C9F0A2CA4}"/>
              </a:ext>
            </a:extLst>
          </p:cNvPr>
          <p:cNvSpPr/>
          <p:nvPr/>
        </p:nvSpPr>
        <p:spPr>
          <a:xfrm>
            <a:off x="12895688" y="7584327"/>
            <a:ext cx="4114800" cy="1026000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tIns="36000" rtlCol="0" anchor="ctr"/>
          <a:lstStyle/>
          <a:p>
            <a:pPr algn="ctr"/>
            <a:endParaRPr lang="en-GB" sz="88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2" name="Connector: Curved 23">
            <a:extLst>
              <a:ext uri="{FF2B5EF4-FFF2-40B4-BE49-F238E27FC236}">
                <a16:creationId xmlns:a16="http://schemas.microsoft.com/office/drawing/2014/main" id="{4E1E4D01-EC24-22B2-F8EA-0FBFDA577D98}"/>
              </a:ext>
            </a:extLst>
          </p:cNvPr>
          <p:cNvCxnSpPr>
            <a:cxnSpLocks/>
          </p:cNvCxnSpPr>
          <p:nvPr/>
        </p:nvCxnSpPr>
        <p:spPr>
          <a:xfrm>
            <a:off x="1729337" y="353463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Curved 23">
            <a:extLst>
              <a:ext uri="{FF2B5EF4-FFF2-40B4-BE49-F238E27FC236}">
                <a16:creationId xmlns:a16="http://schemas.microsoft.com/office/drawing/2014/main" id="{D3CC03C9-8556-04B7-1C57-12CA806015B9}"/>
              </a:ext>
            </a:extLst>
          </p:cNvPr>
          <p:cNvCxnSpPr>
            <a:cxnSpLocks/>
          </p:cNvCxnSpPr>
          <p:nvPr/>
        </p:nvCxnSpPr>
        <p:spPr>
          <a:xfrm>
            <a:off x="1729337" y="5399659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3">
            <a:extLst>
              <a:ext uri="{FF2B5EF4-FFF2-40B4-BE49-F238E27FC236}">
                <a16:creationId xmlns:a16="http://schemas.microsoft.com/office/drawing/2014/main" id="{BBC6B938-9C06-63FA-2AB7-F3457438888B}"/>
              </a:ext>
            </a:extLst>
          </p:cNvPr>
          <p:cNvCxnSpPr>
            <a:cxnSpLocks/>
          </p:cNvCxnSpPr>
          <p:nvPr/>
        </p:nvCxnSpPr>
        <p:spPr>
          <a:xfrm>
            <a:off x="1729337" y="633217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60323C7E-533E-84BF-E31C-1A8ECA9FA40E}"/>
              </a:ext>
            </a:extLst>
          </p:cNvPr>
          <p:cNvCxnSpPr>
            <a:cxnSpLocks/>
          </p:cNvCxnSpPr>
          <p:nvPr/>
        </p:nvCxnSpPr>
        <p:spPr>
          <a:xfrm>
            <a:off x="1729337" y="4467146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23">
            <a:extLst>
              <a:ext uri="{FF2B5EF4-FFF2-40B4-BE49-F238E27FC236}">
                <a16:creationId xmlns:a16="http://schemas.microsoft.com/office/drawing/2014/main" id="{21D6B484-CB4D-DE6B-484B-B1A92A8E5BF0}"/>
              </a:ext>
            </a:extLst>
          </p:cNvPr>
          <p:cNvCxnSpPr>
            <a:cxnSpLocks/>
          </p:cNvCxnSpPr>
          <p:nvPr/>
        </p:nvCxnSpPr>
        <p:spPr>
          <a:xfrm>
            <a:off x="3785666" y="353768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23">
            <a:extLst>
              <a:ext uri="{FF2B5EF4-FFF2-40B4-BE49-F238E27FC236}">
                <a16:creationId xmlns:a16="http://schemas.microsoft.com/office/drawing/2014/main" id="{065153EA-7D6F-187E-9FF3-5399CEDF6B6E}"/>
              </a:ext>
            </a:extLst>
          </p:cNvPr>
          <p:cNvCxnSpPr>
            <a:cxnSpLocks/>
          </p:cNvCxnSpPr>
          <p:nvPr/>
        </p:nvCxnSpPr>
        <p:spPr>
          <a:xfrm>
            <a:off x="3785666" y="5402709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Curved 23">
            <a:extLst>
              <a:ext uri="{FF2B5EF4-FFF2-40B4-BE49-F238E27FC236}">
                <a16:creationId xmlns:a16="http://schemas.microsoft.com/office/drawing/2014/main" id="{2907AD72-C8D6-4207-CB95-C099A0D9BDC7}"/>
              </a:ext>
            </a:extLst>
          </p:cNvPr>
          <p:cNvCxnSpPr>
            <a:cxnSpLocks/>
          </p:cNvCxnSpPr>
          <p:nvPr/>
        </p:nvCxnSpPr>
        <p:spPr>
          <a:xfrm>
            <a:off x="3785666" y="633522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Curved 23">
            <a:extLst>
              <a:ext uri="{FF2B5EF4-FFF2-40B4-BE49-F238E27FC236}">
                <a16:creationId xmlns:a16="http://schemas.microsoft.com/office/drawing/2014/main" id="{7C2F74DF-DBC8-F8D0-CF5B-CD00C6B72C67}"/>
              </a:ext>
            </a:extLst>
          </p:cNvPr>
          <p:cNvCxnSpPr>
            <a:cxnSpLocks/>
          </p:cNvCxnSpPr>
          <p:nvPr/>
        </p:nvCxnSpPr>
        <p:spPr>
          <a:xfrm>
            <a:off x="3785666" y="4470196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Curved 23">
            <a:extLst>
              <a:ext uri="{FF2B5EF4-FFF2-40B4-BE49-F238E27FC236}">
                <a16:creationId xmlns:a16="http://schemas.microsoft.com/office/drawing/2014/main" id="{D44E01C3-35FC-A139-8D2F-7D852CA00460}"/>
              </a:ext>
            </a:extLst>
          </p:cNvPr>
          <p:cNvCxnSpPr>
            <a:cxnSpLocks/>
          </p:cNvCxnSpPr>
          <p:nvPr/>
        </p:nvCxnSpPr>
        <p:spPr>
          <a:xfrm>
            <a:off x="5865877" y="353768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Curved 23">
            <a:extLst>
              <a:ext uri="{FF2B5EF4-FFF2-40B4-BE49-F238E27FC236}">
                <a16:creationId xmlns:a16="http://schemas.microsoft.com/office/drawing/2014/main" id="{ACAB83D8-4ADB-62E0-D751-0EA51CBE877A}"/>
              </a:ext>
            </a:extLst>
          </p:cNvPr>
          <p:cNvCxnSpPr>
            <a:cxnSpLocks/>
          </p:cNvCxnSpPr>
          <p:nvPr/>
        </p:nvCxnSpPr>
        <p:spPr>
          <a:xfrm>
            <a:off x="5865877" y="5289938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Curved 23">
            <a:extLst>
              <a:ext uri="{FF2B5EF4-FFF2-40B4-BE49-F238E27FC236}">
                <a16:creationId xmlns:a16="http://schemas.microsoft.com/office/drawing/2014/main" id="{E2C9C108-F7E1-C595-8526-47AED25A7A7C}"/>
              </a:ext>
            </a:extLst>
          </p:cNvPr>
          <p:cNvCxnSpPr>
            <a:cxnSpLocks/>
          </p:cNvCxnSpPr>
          <p:nvPr/>
        </p:nvCxnSpPr>
        <p:spPr>
          <a:xfrm>
            <a:off x="5865877" y="633522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Curved 23">
            <a:extLst>
              <a:ext uri="{FF2B5EF4-FFF2-40B4-BE49-F238E27FC236}">
                <a16:creationId xmlns:a16="http://schemas.microsoft.com/office/drawing/2014/main" id="{A1555B89-09F7-6C1F-BE3D-D765CA5D5B26}"/>
              </a:ext>
            </a:extLst>
          </p:cNvPr>
          <p:cNvCxnSpPr>
            <a:cxnSpLocks/>
          </p:cNvCxnSpPr>
          <p:nvPr/>
        </p:nvCxnSpPr>
        <p:spPr>
          <a:xfrm>
            <a:off x="5865877" y="4577879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Curved 23">
            <a:extLst>
              <a:ext uri="{FF2B5EF4-FFF2-40B4-BE49-F238E27FC236}">
                <a16:creationId xmlns:a16="http://schemas.microsoft.com/office/drawing/2014/main" id="{8B0565D2-C2B2-9EAF-2A86-A97E1F426D13}"/>
              </a:ext>
            </a:extLst>
          </p:cNvPr>
          <p:cNvCxnSpPr>
            <a:cxnSpLocks/>
          </p:cNvCxnSpPr>
          <p:nvPr/>
        </p:nvCxnSpPr>
        <p:spPr>
          <a:xfrm>
            <a:off x="7905964" y="353768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Curved 23">
            <a:extLst>
              <a:ext uri="{FF2B5EF4-FFF2-40B4-BE49-F238E27FC236}">
                <a16:creationId xmlns:a16="http://schemas.microsoft.com/office/drawing/2014/main" id="{E0BEA271-A3E3-38BD-106C-16687D69CD46}"/>
              </a:ext>
            </a:extLst>
          </p:cNvPr>
          <p:cNvCxnSpPr>
            <a:cxnSpLocks/>
          </p:cNvCxnSpPr>
          <p:nvPr/>
        </p:nvCxnSpPr>
        <p:spPr>
          <a:xfrm>
            <a:off x="7905964" y="633522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Curved 23">
            <a:extLst>
              <a:ext uri="{FF2B5EF4-FFF2-40B4-BE49-F238E27FC236}">
                <a16:creationId xmlns:a16="http://schemas.microsoft.com/office/drawing/2014/main" id="{D1E075B8-FDF6-63CB-FF4E-BBF595F5220F}"/>
              </a:ext>
            </a:extLst>
          </p:cNvPr>
          <p:cNvCxnSpPr>
            <a:cxnSpLocks/>
          </p:cNvCxnSpPr>
          <p:nvPr/>
        </p:nvCxnSpPr>
        <p:spPr>
          <a:xfrm>
            <a:off x="9969970" y="4936454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Curved 23">
            <a:extLst>
              <a:ext uri="{FF2B5EF4-FFF2-40B4-BE49-F238E27FC236}">
                <a16:creationId xmlns:a16="http://schemas.microsoft.com/office/drawing/2014/main" id="{66836299-5CCE-5B3E-06E3-CCBEA1AEC5BE}"/>
              </a:ext>
            </a:extLst>
          </p:cNvPr>
          <p:cNvCxnSpPr>
            <a:cxnSpLocks/>
          </p:cNvCxnSpPr>
          <p:nvPr/>
        </p:nvCxnSpPr>
        <p:spPr>
          <a:xfrm>
            <a:off x="11802617" y="4470197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Curved 23">
            <a:extLst>
              <a:ext uri="{FF2B5EF4-FFF2-40B4-BE49-F238E27FC236}">
                <a16:creationId xmlns:a16="http://schemas.microsoft.com/office/drawing/2014/main" id="{7CB21288-7FDB-8E4D-1BBB-DC43A45BD910}"/>
              </a:ext>
            </a:extLst>
          </p:cNvPr>
          <p:cNvCxnSpPr>
            <a:cxnSpLocks/>
          </p:cNvCxnSpPr>
          <p:nvPr/>
        </p:nvCxnSpPr>
        <p:spPr>
          <a:xfrm>
            <a:off x="11802617" y="5402711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Curved 23">
            <a:extLst>
              <a:ext uri="{FF2B5EF4-FFF2-40B4-BE49-F238E27FC236}">
                <a16:creationId xmlns:a16="http://schemas.microsoft.com/office/drawing/2014/main" id="{2079C135-D28D-4B4D-3863-2E40D99D6CB3}"/>
              </a:ext>
            </a:extLst>
          </p:cNvPr>
          <p:cNvCxnSpPr>
            <a:cxnSpLocks/>
          </p:cNvCxnSpPr>
          <p:nvPr/>
        </p:nvCxnSpPr>
        <p:spPr>
          <a:xfrm>
            <a:off x="14074770" y="493645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Curved 23">
            <a:extLst>
              <a:ext uri="{FF2B5EF4-FFF2-40B4-BE49-F238E27FC236}">
                <a16:creationId xmlns:a16="http://schemas.microsoft.com/office/drawing/2014/main" id="{AAD22F90-B097-B566-781B-D0DB32E4830B}"/>
              </a:ext>
            </a:extLst>
          </p:cNvPr>
          <p:cNvCxnSpPr>
            <a:cxnSpLocks/>
          </p:cNvCxnSpPr>
          <p:nvPr/>
        </p:nvCxnSpPr>
        <p:spPr>
          <a:xfrm>
            <a:off x="9969970" y="4003940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23">
            <a:extLst>
              <a:ext uri="{FF2B5EF4-FFF2-40B4-BE49-F238E27FC236}">
                <a16:creationId xmlns:a16="http://schemas.microsoft.com/office/drawing/2014/main" id="{065D62A1-D32D-6A02-0C94-8C16A3AC3A6E}"/>
              </a:ext>
            </a:extLst>
          </p:cNvPr>
          <p:cNvCxnSpPr>
            <a:cxnSpLocks/>
          </p:cNvCxnSpPr>
          <p:nvPr/>
        </p:nvCxnSpPr>
        <p:spPr>
          <a:xfrm>
            <a:off x="9969970" y="5868968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Curved 23">
            <a:extLst>
              <a:ext uri="{FF2B5EF4-FFF2-40B4-BE49-F238E27FC236}">
                <a16:creationId xmlns:a16="http://schemas.microsoft.com/office/drawing/2014/main" id="{A8D45170-E6B4-D637-F028-F0A8CD2D5CB4}"/>
              </a:ext>
            </a:extLst>
          </p:cNvPr>
          <p:cNvCxnSpPr>
            <a:cxnSpLocks/>
          </p:cNvCxnSpPr>
          <p:nvPr/>
        </p:nvCxnSpPr>
        <p:spPr>
          <a:xfrm>
            <a:off x="7905964" y="4936453"/>
            <a:ext cx="1800000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23">
            <a:extLst>
              <a:ext uri="{FF2B5EF4-FFF2-40B4-BE49-F238E27FC236}">
                <a16:creationId xmlns:a16="http://schemas.microsoft.com/office/drawing/2014/main" id="{1BAC2016-2B52-78D5-577C-FFE4C79392A2}"/>
              </a:ext>
            </a:extLst>
          </p:cNvPr>
          <p:cNvCxnSpPr>
            <a:cxnSpLocks/>
          </p:cNvCxnSpPr>
          <p:nvPr/>
        </p:nvCxnSpPr>
        <p:spPr>
          <a:xfrm rot="5400000">
            <a:off x="15070099" y="7183433"/>
            <a:ext cx="972000" cy="849578"/>
          </a:xfrm>
          <a:prstGeom prst="bentConnector2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78666BFC-5FA0-7121-C1B4-4E1D1A5B13D2}"/>
              </a:ext>
            </a:extLst>
          </p:cNvPr>
          <p:cNvSpPr/>
          <p:nvPr/>
        </p:nvSpPr>
        <p:spPr>
          <a:xfrm>
            <a:off x="15800888" y="5714306"/>
            <a:ext cx="360000" cy="36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0ABB3EE-DD5E-52BD-FD74-DB61805ECC66}"/>
              </a:ext>
            </a:extLst>
          </p:cNvPr>
          <p:cNvSpPr/>
          <p:nvPr/>
        </p:nvSpPr>
        <p:spPr>
          <a:xfrm>
            <a:off x="1397288" y="6671744"/>
            <a:ext cx="360000" cy="36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4120FA5-A4BF-BE95-4757-936ABA303C1B}"/>
              </a:ext>
            </a:extLst>
          </p:cNvPr>
          <p:cNvSpPr/>
          <p:nvPr/>
        </p:nvSpPr>
        <p:spPr>
          <a:xfrm>
            <a:off x="14771310" y="7917327"/>
            <a:ext cx="360000" cy="36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7" name="Connector: Curved 23">
            <a:extLst>
              <a:ext uri="{FF2B5EF4-FFF2-40B4-BE49-F238E27FC236}">
                <a16:creationId xmlns:a16="http://schemas.microsoft.com/office/drawing/2014/main" id="{D67D6598-D993-3B88-C3D7-A31B8410733E}"/>
              </a:ext>
            </a:extLst>
          </p:cNvPr>
          <p:cNvCxnSpPr>
            <a:cxnSpLocks/>
            <a:stCxn id="75" idx="2"/>
            <a:endCxn id="79" idx="6"/>
          </p:cNvCxnSpPr>
          <p:nvPr/>
        </p:nvCxnSpPr>
        <p:spPr>
          <a:xfrm flipH="1">
            <a:off x="11015902" y="8097327"/>
            <a:ext cx="3755408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3F20C364-E981-6DC8-A38C-321245E0026D}"/>
              </a:ext>
            </a:extLst>
          </p:cNvPr>
          <p:cNvSpPr/>
          <p:nvPr/>
        </p:nvSpPr>
        <p:spPr>
          <a:xfrm>
            <a:off x="6540495" y="7917327"/>
            <a:ext cx="360000" cy="36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9EB5A79C-58BD-3558-D774-EB08873710E7}"/>
              </a:ext>
            </a:extLst>
          </p:cNvPr>
          <p:cNvSpPr/>
          <p:nvPr/>
        </p:nvSpPr>
        <p:spPr>
          <a:xfrm>
            <a:off x="10655902" y="7917327"/>
            <a:ext cx="360000" cy="36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D3CC731-934E-5186-22D1-61939ED8CFCD}"/>
              </a:ext>
            </a:extLst>
          </p:cNvPr>
          <p:cNvSpPr/>
          <p:nvPr/>
        </p:nvSpPr>
        <p:spPr>
          <a:xfrm>
            <a:off x="2425088" y="7917327"/>
            <a:ext cx="360000" cy="3600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ctor: Curved 23">
            <a:extLst>
              <a:ext uri="{FF2B5EF4-FFF2-40B4-BE49-F238E27FC236}">
                <a16:creationId xmlns:a16="http://schemas.microsoft.com/office/drawing/2014/main" id="{EFC6BC7B-D356-4F19-D2DC-914A6ADC601F}"/>
              </a:ext>
            </a:extLst>
          </p:cNvPr>
          <p:cNvCxnSpPr>
            <a:cxnSpLocks/>
            <a:stCxn id="79" idx="2"/>
            <a:endCxn id="78" idx="6"/>
          </p:cNvCxnSpPr>
          <p:nvPr/>
        </p:nvCxnSpPr>
        <p:spPr>
          <a:xfrm flipH="1">
            <a:off x="6900495" y="8097327"/>
            <a:ext cx="3755407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Curved 23">
            <a:extLst>
              <a:ext uri="{FF2B5EF4-FFF2-40B4-BE49-F238E27FC236}">
                <a16:creationId xmlns:a16="http://schemas.microsoft.com/office/drawing/2014/main" id="{970BFDE9-A10E-0A85-77B1-824AE022A01A}"/>
              </a:ext>
            </a:extLst>
          </p:cNvPr>
          <p:cNvCxnSpPr>
            <a:cxnSpLocks/>
            <a:stCxn id="78" idx="2"/>
            <a:endCxn id="80" idx="6"/>
          </p:cNvCxnSpPr>
          <p:nvPr/>
        </p:nvCxnSpPr>
        <p:spPr>
          <a:xfrm flipH="1">
            <a:off x="2785088" y="8097327"/>
            <a:ext cx="3755407" cy="0"/>
          </a:xfrm>
          <a:prstGeom prst="straightConnector1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23">
            <a:extLst>
              <a:ext uri="{FF2B5EF4-FFF2-40B4-BE49-F238E27FC236}">
                <a16:creationId xmlns:a16="http://schemas.microsoft.com/office/drawing/2014/main" id="{30A4CF7A-BF91-D0AC-3DEF-0E7E27DB5DE6}"/>
              </a:ext>
            </a:extLst>
          </p:cNvPr>
          <p:cNvCxnSpPr>
            <a:cxnSpLocks/>
          </p:cNvCxnSpPr>
          <p:nvPr/>
        </p:nvCxnSpPr>
        <p:spPr>
          <a:xfrm rot="10800000">
            <a:off x="1577288" y="7031745"/>
            <a:ext cx="847800" cy="1065583"/>
          </a:xfrm>
          <a:prstGeom prst="bentConnector2">
            <a:avLst/>
          </a:prstGeom>
          <a:ln w="44450">
            <a:solidFill>
              <a:srgbClr val="7030A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BB93B-FB39-9EBD-3746-2A28FE90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4915BFB-EAFF-A549-1E31-DB3CFA609A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720000" rIns="720000" numCol="1" anchor="ctr"/>
          <a:lstStyle/>
          <a:p>
            <a:pPr algn="ctr"/>
            <a:r>
              <a:rPr lang="en-GB" sz="4800" dirty="0"/>
              <a:t>Domain Flow, Alignment and Orchestration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58D5E4-3B77-71A2-7767-E286A6827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Cause &amp; Effect 3</a:t>
            </a:r>
          </a:p>
        </p:txBody>
      </p:sp>
    </p:spTree>
    <p:extLst>
      <p:ext uri="{BB962C8B-B14F-4D97-AF65-F5344CB8AC3E}">
        <p14:creationId xmlns:p14="http://schemas.microsoft.com/office/powerpoint/2010/main" val="3449645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E02A-9F82-B22A-8BE8-7F902C89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56FAC9A-2456-AD90-CB8B-1BC97B9CD2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57" b="7857"/>
          <a:stretch/>
        </p:blipFill>
        <p:spPr>
          <a:xfrm>
            <a:off x="-615919" y="912813"/>
            <a:ext cx="15028396" cy="8445772"/>
          </a:xfr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73998DDA-32EC-58A5-2AEB-4E4105536287}"/>
              </a:ext>
            </a:extLst>
          </p:cNvPr>
          <p:cNvSpPr/>
          <p:nvPr/>
        </p:nvSpPr>
        <p:spPr>
          <a:xfrm>
            <a:off x="0" y="0"/>
            <a:ext cx="17556164" cy="9875838"/>
          </a:xfrm>
          <a:custGeom>
            <a:avLst/>
            <a:gdLst>
              <a:gd name="connsiteX0" fmla="*/ 0 w 17556164"/>
              <a:gd name="connsiteY0" fmla="*/ 0 h 9875838"/>
              <a:gd name="connsiteX1" fmla="*/ 17556164 w 17556164"/>
              <a:gd name="connsiteY1" fmla="*/ 0 h 9875838"/>
              <a:gd name="connsiteX2" fmla="*/ 17556164 w 17556164"/>
              <a:gd name="connsiteY2" fmla="*/ 9875838 h 9875838"/>
              <a:gd name="connsiteX3" fmla="*/ 0 w 17556164"/>
              <a:gd name="connsiteY3" fmla="*/ 9875838 h 9875838"/>
              <a:gd name="connsiteX4" fmla="*/ 0 w 17556164"/>
              <a:gd name="connsiteY4" fmla="*/ 0 h 9875838"/>
              <a:gd name="connsiteX5" fmla="*/ 568269 w 17556164"/>
              <a:gd name="connsiteY5" fmla="*/ 1050089 h 9875838"/>
              <a:gd name="connsiteX6" fmla="*/ 568269 w 17556164"/>
              <a:gd name="connsiteY6" fmla="*/ 2792903 h 9875838"/>
              <a:gd name="connsiteX7" fmla="*/ 2311083 w 17556164"/>
              <a:gd name="connsiteY7" fmla="*/ 2792903 h 9875838"/>
              <a:gd name="connsiteX8" fmla="*/ 2311083 w 17556164"/>
              <a:gd name="connsiteY8" fmla="*/ 1050089 h 9875838"/>
              <a:gd name="connsiteX9" fmla="*/ 568269 w 17556164"/>
              <a:gd name="connsiteY9" fmla="*/ 1050089 h 9875838"/>
              <a:gd name="connsiteX10" fmla="*/ 4042776 w 17556164"/>
              <a:gd name="connsiteY10" fmla="*/ 1050089 h 9875838"/>
              <a:gd name="connsiteX11" fmla="*/ 4042776 w 17556164"/>
              <a:gd name="connsiteY11" fmla="*/ 2793700 h 9875838"/>
              <a:gd name="connsiteX12" fmla="*/ 4389115 w 17556164"/>
              <a:gd name="connsiteY12" fmla="*/ 2793700 h 9875838"/>
              <a:gd name="connsiteX13" fmla="*/ 6458411 w 17556164"/>
              <a:gd name="connsiteY13" fmla="*/ 4862991 h 9875838"/>
              <a:gd name="connsiteX14" fmla="*/ 4389115 w 17556164"/>
              <a:gd name="connsiteY14" fmla="*/ 6932287 h 9875838"/>
              <a:gd name="connsiteX15" fmla="*/ 2311083 w 17556164"/>
              <a:gd name="connsiteY15" fmla="*/ 6932287 h 9875838"/>
              <a:gd name="connsiteX16" fmla="*/ 2311083 w 17556164"/>
              <a:gd name="connsiteY16" fmla="*/ 4524596 h 9875838"/>
              <a:gd name="connsiteX17" fmla="*/ 568269 w 17556164"/>
              <a:gd name="connsiteY17" fmla="*/ 4524596 h 9875838"/>
              <a:gd name="connsiteX18" fmla="*/ 568269 w 17556164"/>
              <a:gd name="connsiteY18" fmla="*/ 8675893 h 9875838"/>
              <a:gd name="connsiteX19" fmla="*/ 4389115 w 17556164"/>
              <a:gd name="connsiteY19" fmla="*/ 8675893 h 9875838"/>
              <a:gd name="connsiteX20" fmla="*/ 8202017 w 17556164"/>
              <a:gd name="connsiteY20" fmla="*/ 4862991 h 9875838"/>
              <a:gd name="connsiteX21" fmla="*/ 4389115 w 17556164"/>
              <a:gd name="connsiteY21" fmla="*/ 1050089 h 9875838"/>
              <a:gd name="connsiteX22" fmla="*/ 4042776 w 17556164"/>
              <a:gd name="connsiteY22" fmla="*/ 1050089 h 9875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7556164" h="9875838">
                <a:moveTo>
                  <a:pt x="0" y="0"/>
                </a:moveTo>
                <a:lnTo>
                  <a:pt x="17556164" y="0"/>
                </a:lnTo>
                <a:lnTo>
                  <a:pt x="17556164" y="9875838"/>
                </a:lnTo>
                <a:lnTo>
                  <a:pt x="0" y="9875838"/>
                </a:lnTo>
                <a:lnTo>
                  <a:pt x="0" y="0"/>
                </a:lnTo>
                <a:close/>
                <a:moveTo>
                  <a:pt x="568269" y="1050089"/>
                </a:moveTo>
                <a:lnTo>
                  <a:pt x="568269" y="2792903"/>
                </a:lnTo>
                <a:lnTo>
                  <a:pt x="2311083" y="2792903"/>
                </a:lnTo>
                <a:lnTo>
                  <a:pt x="2311083" y="1050089"/>
                </a:lnTo>
                <a:lnTo>
                  <a:pt x="568269" y="1050089"/>
                </a:lnTo>
                <a:close/>
                <a:moveTo>
                  <a:pt x="4042776" y="1050089"/>
                </a:moveTo>
                <a:lnTo>
                  <a:pt x="4042776" y="2793700"/>
                </a:lnTo>
                <a:lnTo>
                  <a:pt x="4389115" y="2793700"/>
                </a:lnTo>
                <a:cubicBezTo>
                  <a:pt x="5531952" y="2793700"/>
                  <a:pt x="6458411" y="3720155"/>
                  <a:pt x="6458411" y="4862991"/>
                </a:cubicBezTo>
                <a:cubicBezTo>
                  <a:pt x="6458411" y="6005828"/>
                  <a:pt x="5531952" y="6932287"/>
                  <a:pt x="4389115" y="6932287"/>
                </a:cubicBezTo>
                <a:lnTo>
                  <a:pt x="2311083" y="6932287"/>
                </a:lnTo>
                <a:lnTo>
                  <a:pt x="2311083" y="4524596"/>
                </a:lnTo>
                <a:lnTo>
                  <a:pt x="568269" y="4524596"/>
                </a:lnTo>
                <a:lnTo>
                  <a:pt x="568269" y="8675893"/>
                </a:lnTo>
                <a:lnTo>
                  <a:pt x="4389115" y="8675893"/>
                </a:lnTo>
                <a:cubicBezTo>
                  <a:pt x="6494910" y="8675893"/>
                  <a:pt x="8202017" y="6968786"/>
                  <a:pt x="8202017" y="4862991"/>
                </a:cubicBezTo>
                <a:cubicBezTo>
                  <a:pt x="8202017" y="2757184"/>
                  <a:pt x="6494910" y="1050089"/>
                  <a:pt x="4389115" y="1050089"/>
                </a:cubicBezTo>
                <a:lnTo>
                  <a:pt x="4042776" y="1050089"/>
                </a:ln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054D2-BF0D-37BF-F6AF-8395A7F21194}"/>
              </a:ext>
            </a:extLst>
          </p:cNvPr>
          <p:cNvSpPr txBox="1"/>
          <p:nvPr/>
        </p:nvSpPr>
        <p:spPr>
          <a:xfrm>
            <a:off x="9931001" y="6754078"/>
            <a:ext cx="7128000" cy="225950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>
              <a:lnSpc>
                <a:spcPct val="80000"/>
              </a:lnSpc>
            </a:pPr>
            <a:r>
              <a:rPr lang="en-US" sz="8000" dirty="0">
                <a:solidFill>
                  <a:schemeClr val="bg2"/>
                </a:solidFill>
                <a:latin typeface="+mj-lt"/>
                <a:cs typeface="Poppins" panose="00000500000000000000" pitchFamily="2" charset="0"/>
              </a:rPr>
              <a:t>CLARITY IN UNCERTAINTY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432EE3-42C8-D5D1-A436-5BEB8BD70269}"/>
              </a:ext>
            </a:extLst>
          </p:cNvPr>
          <p:cNvSpPr/>
          <p:nvPr/>
        </p:nvSpPr>
        <p:spPr>
          <a:xfrm>
            <a:off x="604750" y="8176563"/>
            <a:ext cx="165518" cy="514740"/>
          </a:xfrm>
          <a:custGeom>
            <a:avLst/>
            <a:gdLst>
              <a:gd name="connsiteX0" fmla="*/ 0 w 165518"/>
              <a:gd name="connsiteY0" fmla="*/ 0 h 514740"/>
              <a:gd name="connsiteX1" fmla="*/ 30761 w 165518"/>
              <a:gd name="connsiteY1" fmla="*/ 131527 h 514740"/>
              <a:gd name="connsiteX2" fmla="*/ 117828 w 165518"/>
              <a:gd name="connsiteY2" fmla="*/ 400691 h 514740"/>
              <a:gd name="connsiteX3" fmla="*/ 165518 w 165518"/>
              <a:gd name="connsiteY3" fmla="*/ 514740 h 514740"/>
              <a:gd name="connsiteX4" fmla="*/ 119817 w 165518"/>
              <a:gd name="connsiteY4" fmla="*/ 409529 h 514740"/>
              <a:gd name="connsiteX5" fmla="*/ 1285 w 165518"/>
              <a:gd name="connsiteY5" fmla="*/ 7451 h 514740"/>
              <a:gd name="connsiteX6" fmla="*/ 0 w 165518"/>
              <a:gd name="connsiteY6" fmla="*/ 0 h 51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518" h="514740">
                <a:moveTo>
                  <a:pt x="0" y="0"/>
                </a:moveTo>
                <a:lnTo>
                  <a:pt x="30761" y="131527"/>
                </a:lnTo>
                <a:cubicBezTo>
                  <a:pt x="54755" y="222666"/>
                  <a:pt x="83810" y="312534"/>
                  <a:pt x="117828" y="400691"/>
                </a:cubicBezTo>
                <a:lnTo>
                  <a:pt x="165518" y="514740"/>
                </a:lnTo>
                <a:lnTo>
                  <a:pt x="119817" y="409529"/>
                </a:lnTo>
                <a:cubicBezTo>
                  <a:pt x="68147" y="279519"/>
                  <a:pt x="29071" y="145626"/>
                  <a:pt x="1285" y="745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57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9336363-4F88-0CE1-F89E-11123FDC1FF3}"/>
              </a:ext>
            </a:extLst>
          </p:cNvPr>
          <p:cNvSpPr/>
          <p:nvPr/>
        </p:nvSpPr>
        <p:spPr>
          <a:xfrm>
            <a:off x="770268" y="8691303"/>
            <a:ext cx="7066" cy="16848"/>
          </a:xfrm>
          <a:custGeom>
            <a:avLst/>
            <a:gdLst>
              <a:gd name="connsiteX0" fmla="*/ 0 w 7066"/>
              <a:gd name="connsiteY0" fmla="*/ 0 h 16848"/>
              <a:gd name="connsiteX1" fmla="*/ 7066 w 7066"/>
              <a:gd name="connsiteY1" fmla="*/ 16268 h 16848"/>
              <a:gd name="connsiteX2" fmla="*/ 7045 w 7066"/>
              <a:gd name="connsiteY2" fmla="*/ 16848 h 16848"/>
              <a:gd name="connsiteX3" fmla="*/ 0 w 7066"/>
              <a:gd name="connsiteY3" fmla="*/ 0 h 1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66" h="16848">
                <a:moveTo>
                  <a:pt x="0" y="0"/>
                </a:moveTo>
                <a:lnTo>
                  <a:pt x="7066" y="16268"/>
                </a:lnTo>
                <a:lnTo>
                  <a:pt x="7045" y="168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57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578AB7-75CA-36D9-17BD-08E8CDC3D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242066" y="386247"/>
            <a:ext cx="581693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350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73109-0239-C6D2-9154-B1F3A18E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666026C9-5E18-A650-6988-D802F95A542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8000" contrast="2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857" b="7857"/>
          <a:stretch/>
        </p:blipFill>
        <p:spPr>
          <a:xfrm>
            <a:off x="-615919" y="912813"/>
            <a:ext cx="15028396" cy="8445772"/>
          </a:xfr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8F406D7-9F81-2AFF-FAD1-3D40C5482321}"/>
              </a:ext>
            </a:extLst>
          </p:cNvPr>
          <p:cNvSpPr/>
          <p:nvPr/>
        </p:nvSpPr>
        <p:spPr>
          <a:xfrm>
            <a:off x="0" y="0"/>
            <a:ext cx="17556164" cy="9875838"/>
          </a:xfrm>
          <a:custGeom>
            <a:avLst/>
            <a:gdLst>
              <a:gd name="connsiteX0" fmla="*/ 0 w 17556164"/>
              <a:gd name="connsiteY0" fmla="*/ 0 h 9875838"/>
              <a:gd name="connsiteX1" fmla="*/ 17556164 w 17556164"/>
              <a:gd name="connsiteY1" fmla="*/ 0 h 9875838"/>
              <a:gd name="connsiteX2" fmla="*/ 17556164 w 17556164"/>
              <a:gd name="connsiteY2" fmla="*/ 9875838 h 9875838"/>
              <a:gd name="connsiteX3" fmla="*/ 0 w 17556164"/>
              <a:gd name="connsiteY3" fmla="*/ 9875838 h 9875838"/>
              <a:gd name="connsiteX4" fmla="*/ 0 w 17556164"/>
              <a:gd name="connsiteY4" fmla="*/ 0 h 9875838"/>
              <a:gd name="connsiteX5" fmla="*/ 568269 w 17556164"/>
              <a:gd name="connsiteY5" fmla="*/ 1050089 h 9875838"/>
              <a:gd name="connsiteX6" fmla="*/ 568269 w 17556164"/>
              <a:gd name="connsiteY6" fmla="*/ 2792903 h 9875838"/>
              <a:gd name="connsiteX7" fmla="*/ 2311083 w 17556164"/>
              <a:gd name="connsiteY7" fmla="*/ 2792903 h 9875838"/>
              <a:gd name="connsiteX8" fmla="*/ 2311083 w 17556164"/>
              <a:gd name="connsiteY8" fmla="*/ 1050089 h 9875838"/>
              <a:gd name="connsiteX9" fmla="*/ 568269 w 17556164"/>
              <a:gd name="connsiteY9" fmla="*/ 1050089 h 9875838"/>
              <a:gd name="connsiteX10" fmla="*/ 4042776 w 17556164"/>
              <a:gd name="connsiteY10" fmla="*/ 1050089 h 9875838"/>
              <a:gd name="connsiteX11" fmla="*/ 4042776 w 17556164"/>
              <a:gd name="connsiteY11" fmla="*/ 2793700 h 9875838"/>
              <a:gd name="connsiteX12" fmla="*/ 4389115 w 17556164"/>
              <a:gd name="connsiteY12" fmla="*/ 2793700 h 9875838"/>
              <a:gd name="connsiteX13" fmla="*/ 6458411 w 17556164"/>
              <a:gd name="connsiteY13" fmla="*/ 4862991 h 9875838"/>
              <a:gd name="connsiteX14" fmla="*/ 4389115 w 17556164"/>
              <a:gd name="connsiteY14" fmla="*/ 6932287 h 9875838"/>
              <a:gd name="connsiteX15" fmla="*/ 2311083 w 17556164"/>
              <a:gd name="connsiteY15" fmla="*/ 6932287 h 9875838"/>
              <a:gd name="connsiteX16" fmla="*/ 2311083 w 17556164"/>
              <a:gd name="connsiteY16" fmla="*/ 4524596 h 9875838"/>
              <a:gd name="connsiteX17" fmla="*/ 568269 w 17556164"/>
              <a:gd name="connsiteY17" fmla="*/ 4524596 h 9875838"/>
              <a:gd name="connsiteX18" fmla="*/ 568269 w 17556164"/>
              <a:gd name="connsiteY18" fmla="*/ 8675893 h 9875838"/>
              <a:gd name="connsiteX19" fmla="*/ 4389115 w 17556164"/>
              <a:gd name="connsiteY19" fmla="*/ 8675893 h 9875838"/>
              <a:gd name="connsiteX20" fmla="*/ 8202017 w 17556164"/>
              <a:gd name="connsiteY20" fmla="*/ 4862991 h 9875838"/>
              <a:gd name="connsiteX21" fmla="*/ 4389115 w 17556164"/>
              <a:gd name="connsiteY21" fmla="*/ 1050089 h 9875838"/>
              <a:gd name="connsiteX22" fmla="*/ 4042776 w 17556164"/>
              <a:gd name="connsiteY22" fmla="*/ 1050089 h 9875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7556164" h="9875838">
                <a:moveTo>
                  <a:pt x="0" y="0"/>
                </a:moveTo>
                <a:lnTo>
                  <a:pt x="17556164" y="0"/>
                </a:lnTo>
                <a:lnTo>
                  <a:pt x="17556164" y="9875838"/>
                </a:lnTo>
                <a:lnTo>
                  <a:pt x="0" y="9875838"/>
                </a:lnTo>
                <a:lnTo>
                  <a:pt x="0" y="0"/>
                </a:lnTo>
                <a:close/>
                <a:moveTo>
                  <a:pt x="568269" y="1050089"/>
                </a:moveTo>
                <a:lnTo>
                  <a:pt x="568269" y="2792903"/>
                </a:lnTo>
                <a:lnTo>
                  <a:pt x="2311083" y="2792903"/>
                </a:lnTo>
                <a:lnTo>
                  <a:pt x="2311083" y="1050089"/>
                </a:lnTo>
                <a:lnTo>
                  <a:pt x="568269" y="1050089"/>
                </a:lnTo>
                <a:close/>
                <a:moveTo>
                  <a:pt x="4042776" y="1050089"/>
                </a:moveTo>
                <a:lnTo>
                  <a:pt x="4042776" y="2793700"/>
                </a:lnTo>
                <a:lnTo>
                  <a:pt x="4389115" y="2793700"/>
                </a:lnTo>
                <a:cubicBezTo>
                  <a:pt x="5531952" y="2793700"/>
                  <a:pt x="6458411" y="3720155"/>
                  <a:pt x="6458411" y="4862991"/>
                </a:cubicBezTo>
                <a:cubicBezTo>
                  <a:pt x="6458411" y="6005828"/>
                  <a:pt x="5531952" y="6932287"/>
                  <a:pt x="4389115" y="6932287"/>
                </a:cubicBezTo>
                <a:lnTo>
                  <a:pt x="2311083" y="6932287"/>
                </a:lnTo>
                <a:lnTo>
                  <a:pt x="2311083" y="4524596"/>
                </a:lnTo>
                <a:lnTo>
                  <a:pt x="568269" y="4524596"/>
                </a:lnTo>
                <a:lnTo>
                  <a:pt x="568269" y="8675893"/>
                </a:lnTo>
                <a:lnTo>
                  <a:pt x="4389115" y="8675893"/>
                </a:lnTo>
                <a:cubicBezTo>
                  <a:pt x="6494910" y="8675893"/>
                  <a:pt x="8202017" y="6968786"/>
                  <a:pt x="8202017" y="4862991"/>
                </a:cubicBezTo>
                <a:cubicBezTo>
                  <a:pt x="8202017" y="2757184"/>
                  <a:pt x="6494910" y="1050089"/>
                  <a:pt x="4389115" y="1050089"/>
                </a:cubicBezTo>
                <a:lnTo>
                  <a:pt x="4042776" y="1050089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9F51520-35A9-4025-D256-1C1F2C74A3BD}"/>
              </a:ext>
            </a:extLst>
          </p:cNvPr>
          <p:cNvSpPr/>
          <p:nvPr/>
        </p:nvSpPr>
        <p:spPr>
          <a:xfrm>
            <a:off x="604750" y="8176563"/>
            <a:ext cx="165518" cy="514740"/>
          </a:xfrm>
          <a:custGeom>
            <a:avLst/>
            <a:gdLst>
              <a:gd name="connsiteX0" fmla="*/ 0 w 165518"/>
              <a:gd name="connsiteY0" fmla="*/ 0 h 514740"/>
              <a:gd name="connsiteX1" fmla="*/ 30761 w 165518"/>
              <a:gd name="connsiteY1" fmla="*/ 131527 h 514740"/>
              <a:gd name="connsiteX2" fmla="*/ 117828 w 165518"/>
              <a:gd name="connsiteY2" fmla="*/ 400691 h 514740"/>
              <a:gd name="connsiteX3" fmla="*/ 165518 w 165518"/>
              <a:gd name="connsiteY3" fmla="*/ 514740 h 514740"/>
              <a:gd name="connsiteX4" fmla="*/ 119817 w 165518"/>
              <a:gd name="connsiteY4" fmla="*/ 409529 h 514740"/>
              <a:gd name="connsiteX5" fmla="*/ 1285 w 165518"/>
              <a:gd name="connsiteY5" fmla="*/ 7451 h 514740"/>
              <a:gd name="connsiteX6" fmla="*/ 0 w 165518"/>
              <a:gd name="connsiteY6" fmla="*/ 0 h 514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5518" h="514740">
                <a:moveTo>
                  <a:pt x="0" y="0"/>
                </a:moveTo>
                <a:lnTo>
                  <a:pt x="30761" y="131527"/>
                </a:lnTo>
                <a:cubicBezTo>
                  <a:pt x="54755" y="222666"/>
                  <a:pt x="83810" y="312534"/>
                  <a:pt x="117828" y="400691"/>
                </a:cubicBezTo>
                <a:lnTo>
                  <a:pt x="165518" y="514740"/>
                </a:lnTo>
                <a:lnTo>
                  <a:pt x="119817" y="409529"/>
                </a:lnTo>
                <a:cubicBezTo>
                  <a:pt x="68147" y="279519"/>
                  <a:pt x="29071" y="145626"/>
                  <a:pt x="1285" y="7451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57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F79ABE9-7D59-4EC3-C737-880C0DC53CE9}"/>
              </a:ext>
            </a:extLst>
          </p:cNvPr>
          <p:cNvSpPr/>
          <p:nvPr/>
        </p:nvSpPr>
        <p:spPr>
          <a:xfrm>
            <a:off x="770268" y="8691303"/>
            <a:ext cx="7066" cy="16848"/>
          </a:xfrm>
          <a:custGeom>
            <a:avLst/>
            <a:gdLst>
              <a:gd name="connsiteX0" fmla="*/ 0 w 7066"/>
              <a:gd name="connsiteY0" fmla="*/ 0 h 16848"/>
              <a:gd name="connsiteX1" fmla="*/ 7066 w 7066"/>
              <a:gd name="connsiteY1" fmla="*/ 16268 h 16848"/>
              <a:gd name="connsiteX2" fmla="*/ 7045 w 7066"/>
              <a:gd name="connsiteY2" fmla="*/ 16848 h 16848"/>
              <a:gd name="connsiteX3" fmla="*/ 0 w 7066"/>
              <a:gd name="connsiteY3" fmla="*/ 0 h 16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66" h="16848">
                <a:moveTo>
                  <a:pt x="0" y="0"/>
                </a:moveTo>
                <a:lnTo>
                  <a:pt x="7066" y="16268"/>
                </a:lnTo>
                <a:lnTo>
                  <a:pt x="7045" y="168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573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B85352-7F7D-47C8-C12A-1B03D30CA540}"/>
              </a:ext>
            </a:extLst>
          </p:cNvPr>
          <p:cNvSpPr txBox="1"/>
          <p:nvPr/>
        </p:nvSpPr>
        <p:spPr>
          <a:xfrm>
            <a:off x="9931001" y="6754078"/>
            <a:ext cx="7128000" cy="2259508"/>
          </a:xfrm>
          <a:prstGeom prst="rect">
            <a:avLst/>
          </a:prstGeom>
          <a:noFill/>
        </p:spPr>
        <p:txBody>
          <a:bodyPr wrap="square" rtlCol="0" anchor="b">
            <a:noAutofit/>
          </a:bodyPr>
          <a:lstStyle/>
          <a:p>
            <a:pPr>
              <a:lnSpc>
                <a:spcPct val="80000"/>
              </a:lnSpc>
            </a:pPr>
            <a:r>
              <a:rPr lang="en-US" sz="8000" dirty="0">
                <a:solidFill>
                  <a:schemeClr val="bg2"/>
                </a:solidFill>
                <a:latin typeface="+mj-lt"/>
                <a:cs typeface="Poppins" panose="00000500000000000000" pitchFamily="2" charset="0"/>
              </a:rPr>
              <a:t>CLARITY IN UNCERTAINTY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FA29AA8D-D387-2534-6B7E-03F714A2A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242066" y="386247"/>
            <a:ext cx="5816935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6859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_ChooseWright">
  <a:themeElements>
    <a:clrScheme name="DecideWright">
      <a:dk1>
        <a:srgbClr val="000000"/>
      </a:dk1>
      <a:lt1>
        <a:sysClr val="window" lastClr="FFFFFF"/>
      </a:lt1>
      <a:dk2>
        <a:srgbClr val="000000"/>
      </a:dk2>
      <a:lt2>
        <a:srgbClr val="EAEDF6"/>
      </a:lt2>
      <a:accent1>
        <a:srgbClr val="0D51D9"/>
      </a:accent1>
      <a:accent2>
        <a:srgbClr val="1745A1"/>
      </a:accent2>
      <a:accent3>
        <a:srgbClr val="49AB33"/>
      </a:accent3>
      <a:accent4>
        <a:srgbClr val="EAEDF6"/>
      </a:accent4>
      <a:accent5>
        <a:srgbClr val="FFFFFF"/>
      </a:accent5>
      <a:accent6>
        <a:srgbClr val="A6A6A6"/>
      </a:accent6>
      <a:hlink>
        <a:srgbClr val="114FEE"/>
      </a:hlink>
      <a:folHlink>
        <a:srgbClr val="57E1FF"/>
      </a:folHlink>
    </a:clrScheme>
    <a:fontScheme name="Custom 1">
      <a:majorFont>
        <a:latin typeface="Poppins Medium"/>
        <a:ea typeface=""/>
        <a:cs typeface=""/>
      </a:majorFont>
      <a:minorFont>
        <a:latin typeface="Poppi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.pptx" id="{FFB05B82-75C7-4F18-889B-36AEBA6C27DE}" vid="{B346FFBC-E2C7-480A-8DFF-8C684E077B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a1dffa-d871-427a-9a8f-6e3283d78b01">
      <Terms xmlns="http://schemas.microsoft.com/office/infopath/2007/PartnerControls"/>
    </lcf76f155ced4ddcb4097134ff3c332f>
    <TaxCatchAll xmlns="599f79a5-b1fb-4740-b0e0-d68f4832be7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59225220D1F40AA1CFAE197CBDF04" ma:contentTypeVersion="14" ma:contentTypeDescription="Create a new document." ma:contentTypeScope="" ma:versionID="cb8d23e6375afc793d3ea46794c5c11e">
  <xsd:schema xmlns:xsd="http://www.w3.org/2001/XMLSchema" xmlns:xs="http://www.w3.org/2001/XMLSchema" xmlns:p="http://schemas.microsoft.com/office/2006/metadata/properties" xmlns:ns2="d7a1dffa-d871-427a-9a8f-6e3283d78b01" xmlns:ns3="599f79a5-b1fb-4740-b0e0-d68f4832be70" targetNamespace="http://schemas.microsoft.com/office/2006/metadata/properties" ma:root="true" ma:fieldsID="11d096cee18693309166c20266ac4882" ns2:_="" ns3:_="">
    <xsd:import namespace="d7a1dffa-d871-427a-9a8f-6e3283d78b01"/>
    <xsd:import namespace="599f79a5-b1fb-4740-b0e0-d68f4832be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1dffa-d871-427a-9a8f-6e3283d78b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c54d3a27-1a6c-4b0a-9cf8-1890c89ae1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f79a5-b1fb-4740-b0e0-d68f4832be70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4796948a-023b-4ea7-94f5-595c01fb09b9}" ma:internalName="TaxCatchAll" ma:showField="CatchAllData" ma:web="599f79a5-b1fb-4740-b0e0-d68f4832b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CE5154-81AF-4535-BA63-0AA5CDFC19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4044CE-E76E-4C60-A003-504FFF35141D}">
  <ds:schemaRefs>
    <ds:schemaRef ds:uri="http://schemas.microsoft.com/office/2006/documentManagement/types"/>
    <ds:schemaRef ds:uri="e3622180-13f0-409d-a43f-df9082044713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d7a1dffa-d871-427a-9a8f-6e3283d78b01"/>
    <ds:schemaRef ds:uri="599f79a5-b1fb-4740-b0e0-d68f4832be70"/>
  </ds:schemaRefs>
</ds:datastoreItem>
</file>

<file path=customXml/itemProps3.xml><?xml version="1.0" encoding="utf-8"?>
<ds:datastoreItem xmlns:ds="http://schemas.openxmlformats.org/officeDocument/2006/customXml" ds:itemID="{178496DB-70E4-42C8-8800-222AA38DEA1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a1dffa-d871-427a-9a8f-6e3283d78b01"/>
    <ds:schemaRef ds:uri="599f79a5-b1fb-4740-b0e0-d68f4832be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DecideWright_Template_v4</Template>
  <TotalTime>7229</TotalTime>
  <Words>545</Words>
  <Application>Microsoft Office PowerPoint</Application>
  <PresentationFormat>Custom</PresentationFormat>
  <Paragraphs>370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Aptos</vt:lpstr>
      <vt:lpstr>Tw Cen MT</vt:lpstr>
      <vt:lpstr>Roboto</vt:lpstr>
      <vt:lpstr>Wingdings</vt:lpstr>
      <vt:lpstr>Poppins Medium</vt:lpstr>
      <vt:lpstr>Open Sans Light</vt:lpstr>
      <vt:lpstr>Arial</vt:lpstr>
      <vt:lpstr>Poppins</vt:lpstr>
      <vt:lpstr>Poppins Light</vt:lpstr>
      <vt:lpstr>Light_ChooseWright</vt:lpstr>
      <vt:lpstr>PowerPoint Presentation</vt:lpstr>
      <vt:lpstr>PowerPoint Presentation</vt:lpstr>
      <vt:lpstr>VALUE orchestration CANVAS (VOC)</vt:lpstr>
      <vt:lpstr>Voc Taxonomy Structure</vt:lpstr>
      <vt:lpstr>VOC TAXONOMY</vt:lpstr>
      <vt:lpstr>Voc Taxonomy</vt:lpstr>
      <vt:lpstr>VALUE orchestration CANVAS (VOC)</vt:lpstr>
      <vt:lpstr>VALUE orchestration CANVAS (VOC)</vt:lpstr>
      <vt:lpstr>PowerPoint Presentation</vt:lpstr>
      <vt:lpstr>PowerPoint Presentation</vt:lpstr>
      <vt:lpstr>Value ORCHESTRATION TAXONOMY</vt:lpstr>
      <vt:lpstr>Value ORCHESTRATION TAXONOMY</vt:lpstr>
      <vt:lpstr>Value ORCHESTRATION TAXONOMY</vt:lpstr>
      <vt:lpstr>Cause &amp; Effect 1 - OUR PROMISE VS THE REALITY</vt:lpstr>
      <vt:lpstr>Cause &amp; Effect 1</vt:lpstr>
      <vt:lpstr>Cause &amp; Effect 2</vt:lpstr>
      <vt:lpstr>Cause &amp; Effect 2</vt:lpstr>
      <vt:lpstr>Cause &amp; Effect 3</vt:lpstr>
      <vt:lpstr>Cause &amp; Effect 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Smart</dc:creator>
  <cp:lastModifiedBy>Andrew Smart</cp:lastModifiedBy>
  <cp:revision>6</cp:revision>
  <dcterms:created xsi:type="dcterms:W3CDTF">2025-07-07T12:56:33Z</dcterms:created>
  <dcterms:modified xsi:type="dcterms:W3CDTF">2025-10-26T22:14:43Z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0x01010012E59225220D1F40AA1CFAE197CBDF04</vt:lpwstr>
  </property>
  <property fmtid="{D5CDD505-2E9C-101B-9397-08002B2CF9AE}" pid="3" name="MediaServiceImageTags">
    <vt:lpwstr/>
  </property>
</Properties>
</file>